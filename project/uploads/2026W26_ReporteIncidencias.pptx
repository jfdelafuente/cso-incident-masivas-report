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1.xml" ContentType="application/vnd.openxmlformats-officedocument.presentationml.notesSlide+xml"/>
  <Override PartName="/ppt/tags/tag129.xml" ContentType="application/vnd.openxmlformats-officedocument.presentationml.tags+xml"/>
  <Override PartName="/ppt/notesSlides/notesSlide2.xml" ContentType="application/vnd.openxmlformats-officedocument.presentationml.notesSlide+xml"/>
  <Override PartName="/ppt/tags/tag130.xml" ContentType="application/vnd.openxmlformats-officedocument.presentationml.tags+xml"/>
  <Override PartName="/ppt/notesSlides/notesSlide3.xml" ContentType="application/vnd.openxmlformats-officedocument.presentationml.notesSlide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notesSlides/notesSlide4.xml" ContentType="application/vnd.openxmlformats-officedocument.presentationml.notesSlid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notesSlides/notesSlide5.xml" ContentType="application/vnd.openxmlformats-officedocument.presentationml.notesSlide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8" r:id="rId5"/>
    <p:sldId id="3775" r:id="rId6"/>
    <p:sldId id="3767" r:id="rId7"/>
    <p:sldId id="3787" r:id="rId8"/>
    <p:sldId id="3801" r:id="rId9"/>
    <p:sldId id="3797" r:id="rId10"/>
  </p:sldIdLst>
  <p:sldSz cx="12192000" cy="6858000"/>
  <p:notesSz cx="7102475" cy="9388475"/>
  <p:embeddedFontLst>
    <p:embeddedFont>
      <p:font typeface="Segoe UI" panose="020B0502040204020203" pitchFamily="34" charset="0"/>
      <p:regular r:id="rId13"/>
      <p:bold r:id="rId14"/>
      <p:italic r:id="rId15"/>
      <p:boldItalic r:id="rId16"/>
    </p:embeddedFont>
  </p:embeddedFontLst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86868E"/>
    <a:srgbClr val="FEC999"/>
    <a:srgbClr val="800080"/>
    <a:srgbClr val="0000FF"/>
    <a:srgbClr val="DDDDDD"/>
    <a:srgbClr val="DD8080"/>
    <a:srgbClr val="808080"/>
    <a:srgbClr val="80DDDD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FE0937-771C-4BE7-82ED-E0BEBE72E077}" v="3" dt="2026-06-29T07:57:12.8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RAEL MORENO PEREA" userId="873b8e81-79e0-4af1-9a3f-55c019a121d3" providerId="ADAL" clId="{6E8DEC4B-23F3-4C01-8840-608C5C2D7543}"/>
    <pc:docChg chg="custSel delSld modSld">
      <pc:chgData name="ISRAEL MORENO PEREA" userId="873b8e81-79e0-4af1-9a3f-55c019a121d3" providerId="ADAL" clId="{6E8DEC4B-23F3-4C01-8840-608C5C2D7543}" dt="2026-06-26T11:09:27.800" v="1534" actId="20577"/>
      <pc:docMkLst>
        <pc:docMk/>
      </pc:docMkLst>
      <pc:sldChg chg="modSp mod">
        <pc:chgData name="ISRAEL MORENO PEREA" userId="873b8e81-79e0-4af1-9a3f-55c019a121d3" providerId="ADAL" clId="{6E8DEC4B-23F3-4C01-8840-608C5C2D7543}" dt="2026-06-26T10:45:51.153" v="1509" actId="1035"/>
        <pc:sldMkLst>
          <pc:docMk/>
          <pc:sldMk cId="2860549807" sldId="3767"/>
        </pc:sldMkLst>
        <pc:spChg chg="mod">
          <ac:chgData name="ISRAEL MORENO PEREA" userId="873b8e81-79e0-4af1-9a3f-55c019a121d3" providerId="ADAL" clId="{6E8DEC4B-23F3-4C01-8840-608C5C2D7543}" dt="2026-06-26T10:45:47.733" v="1492" actId="20577"/>
          <ac:spMkLst>
            <pc:docMk/>
            <pc:sldMk cId="2860549807" sldId="3767"/>
            <ac:spMk id="4" creationId="{7C0417F6-FCE8-9FE7-919F-0FD787FEAC8A}"/>
          </ac:spMkLst>
        </pc:spChg>
        <pc:cxnChg chg="mod">
          <ac:chgData name="ISRAEL MORENO PEREA" userId="873b8e81-79e0-4af1-9a3f-55c019a121d3" providerId="ADAL" clId="{6E8DEC4B-23F3-4C01-8840-608C5C2D7543}" dt="2026-06-26T10:45:51.153" v="1509" actId="1035"/>
          <ac:cxnSpMkLst>
            <pc:docMk/>
            <pc:sldMk cId="2860549807" sldId="3767"/>
            <ac:cxnSpMk id="7" creationId="{7F42E227-C564-3303-1F4F-51C82943848D}"/>
          </ac:cxnSpMkLst>
        </pc:cxnChg>
      </pc:sldChg>
      <pc:sldChg chg="addSp modSp mod">
        <pc:chgData name="ISRAEL MORENO PEREA" userId="873b8e81-79e0-4af1-9a3f-55c019a121d3" providerId="ADAL" clId="{6E8DEC4B-23F3-4C01-8840-608C5C2D7543}" dt="2026-06-26T11:09:27.800" v="1534" actId="20577"/>
        <pc:sldMkLst>
          <pc:docMk/>
          <pc:sldMk cId="3935845260" sldId="3775"/>
        </pc:sldMkLst>
        <pc:spChg chg="mod">
          <ac:chgData name="ISRAEL MORENO PEREA" userId="873b8e81-79e0-4af1-9a3f-55c019a121d3" providerId="ADAL" clId="{6E8DEC4B-23F3-4C01-8840-608C5C2D7543}" dt="2026-06-26T10:42:50.108" v="1415"/>
          <ac:spMkLst>
            <pc:docMk/>
            <pc:sldMk cId="3935845260" sldId="3775"/>
            <ac:spMk id="4" creationId="{95340EF8-ADD4-67E8-BFFD-80DC183AB820}"/>
          </ac:spMkLst>
        </pc:spChg>
        <pc:spChg chg="mod">
          <ac:chgData name="ISRAEL MORENO PEREA" userId="873b8e81-79e0-4af1-9a3f-55c019a121d3" providerId="ADAL" clId="{6E8DEC4B-23F3-4C01-8840-608C5C2D7543}" dt="2026-06-26T11:09:27.800" v="1534" actId="20577"/>
          <ac:spMkLst>
            <pc:docMk/>
            <pc:sldMk cId="3935845260" sldId="3775"/>
            <ac:spMk id="5" creationId="{04E6F711-A88F-7B94-C44B-25C7542F1DF3}"/>
          </ac:spMkLst>
        </pc:spChg>
        <pc:spChg chg="mod">
          <ac:chgData name="ISRAEL MORENO PEREA" userId="873b8e81-79e0-4af1-9a3f-55c019a121d3" providerId="ADAL" clId="{6E8DEC4B-23F3-4C01-8840-608C5C2D7543}" dt="2026-06-26T10:42:50.108" v="1415"/>
          <ac:spMkLst>
            <pc:docMk/>
            <pc:sldMk cId="3935845260" sldId="3775"/>
            <ac:spMk id="9" creationId="{30ED17A4-41FA-183C-D359-3F59023F5D32}"/>
          </ac:spMkLst>
        </pc:spChg>
        <pc:spChg chg="mod">
          <ac:chgData name="ISRAEL MORENO PEREA" userId="873b8e81-79e0-4af1-9a3f-55c019a121d3" providerId="ADAL" clId="{6E8DEC4B-23F3-4C01-8840-608C5C2D7543}" dt="2026-06-26T10:42:50.108" v="1415"/>
          <ac:spMkLst>
            <pc:docMk/>
            <pc:sldMk cId="3935845260" sldId="3775"/>
            <ac:spMk id="14" creationId="{8D1C351A-8D1F-1F4C-5412-CAEEBE0CAAC9}"/>
          </ac:spMkLst>
        </pc:spChg>
        <pc:spChg chg="mod">
          <ac:chgData name="ISRAEL MORENO PEREA" userId="873b8e81-79e0-4af1-9a3f-55c019a121d3" providerId="ADAL" clId="{6E8DEC4B-23F3-4C01-8840-608C5C2D7543}" dt="2026-06-26T10:42:50.108" v="1415"/>
          <ac:spMkLst>
            <pc:docMk/>
            <pc:sldMk cId="3935845260" sldId="3775"/>
            <ac:spMk id="15" creationId="{ADAB1C2A-E10D-DF67-7DD5-55BC08C48499}"/>
          </ac:spMkLst>
        </pc:spChg>
        <pc:spChg chg="mod">
          <ac:chgData name="ISRAEL MORENO PEREA" userId="873b8e81-79e0-4af1-9a3f-55c019a121d3" providerId="ADAL" clId="{6E8DEC4B-23F3-4C01-8840-608C5C2D7543}" dt="2026-06-26T10:43:23.484" v="1441" actId="20577"/>
          <ac:spMkLst>
            <pc:docMk/>
            <pc:sldMk cId="3935845260" sldId="3775"/>
            <ac:spMk id="16" creationId="{861A06D2-A9FA-7672-2026-6D3668A156A9}"/>
          </ac:spMkLst>
        </pc:spChg>
        <pc:spChg chg="mod">
          <ac:chgData name="ISRAEL MORENO PEREA" userId="873b8e81-79e0-4af1-9a3f-55c019a121d3" providerId="ADAL" clId="{6E8DEC4B-23F3-4C01-8840-608C5C2D7543}" dt="2026-06-26T10:42:50.108" v="1415"/>
          <ac:spMkLst>
            <pc:docMk/>
            <pc:sldMk cId="3935845260" sldId="3775"/>
            <ac:spMk id="17" creationId="{1049B49F-3658-250B-65AE-2FF6742ABD12}"/>
          </ac:spMkLst>
        </pc:spChg>
        <pc:spChg chg="mod">
          <ac:chgData name="ISRAEL MORENO PEREA" userId="873b8e81-79e0-4af1-9a3f-55c019a121d3" providerId="ADAL" clId="{6E8DEC4B-23F3-4C01-8840-608C5C2D7543}" dt="2026-06-26T10:42:50.108" v="1415"/>
          <ac:spMkLst>
            <pc:docMk/>
            <pc:sldMk cId="3935845260" sldId="3775"/>
            <ac:spMk id="18" creationId="{6042D62F-0CDF-1F95-2EE6-94AA28C460C3}"/>
          </ac:spMkLst>
        </pc:spChg>
        <pc:spChg chg="mod">
          <ac:chgData name="ISRAEL MORENO PEREA" userId="873b8e81-79e0-4af1-9a3f-55c019a121d3" providerId="ADAL" clId="{6E8DEC4B-23F3-4C01-8840-608C5C2D7543}" dt="2026-06-26T10:42:50.108" v="1415"/>
          <ac:spMkLst>
            <pc:docMk/>
            <pc:sldMk cId="3935845260" sldId="3775"/>
            <ac:spMk id="19" creationId="{A0798FA2-713E-7101-222F-6788FF204511}"/>
          </ac:spMkLst>
        </pc:spChg>
        <pc:spChg chg="mod">
          <ac:chgData name="ISRAEL MORENO PEREA" userId="873b8e81-79e0-4af1-9a3f-55c019a121d3" providerId="ADAL" clId="{6E8DEC4B-23F3-4C01-8840-608C5C2D7543}" dt="2026-06-26T10:15:47.362" v="375"/>
          <ac:spMkLst>
            <pc:docMk/>
            <pc:sldMk cId="3935845260" sldId="3775"/>
            <ac:spMk id="20" creationId="{748D1D3F-F571-445A-394B-32561D457744}"/>
          </ac:spMkLst>
        </pc:spChg>
        <pc:spChg chg="mod">
          <ac:chgData name="ISRAEL MORENO PEREA" userId="873b8e81-79e0-4af1-9a3f-55c019a121d3" providerId="ADAL" clId="{6E8DEC4B-23F3-4C01-8840-608C5C2D7543}" dt="2026-06-26T10:42:50.108" v="1415"/>
          <ac:spMkLst>
            <pc:docMk/>
            <pc:sldMk cId="3935845260" sldId="3775"/>
            <ac:spMk id="21" creationId="{214B78B3-3B99-4A9C-FBBD-4FE16BFE647A}"/>
          </ac:spMkLst>
        </pc:spChg>
        <pc:spChg chg="mod">
          <ac:chgData name="ISRAEL MORENO PEREA" userId="873b8e81-79e0-4af1-9a3f-55c019a121d3" providerId="ADAL" clId="{6E8DEC4B-23F3-4C01-8840-608C5C2D7543}" dt="2026-06-26T10:42:50.108" v="1415"/>
          <ac:spMkLst>
            <pc:docMk/>
            <pc:sldMk cId="3935845260" sldId="3775"/>
            <ac:spMk id="22" creationId="{975CF260-C617-E756-E050-EBED6E1865CC}"/>
          </ac:spMkLst>
        </pc:spChg>
        <pc:cxnChg chg="mod">
          <ac:chgData name="ISRAEL MORENO PEREA" userId="873b8e81-79e0-4af1-9a3f-55c019a121d3" providerId="ADAL" clId="{6E8DEC4B-23F3-4C01-8840-608C5C2D7543}" dt="2026-06-26T10:43:09.978" v="1431" actId="1035"/>
          <ac:cxnSpMkLst>
            <pc:docMk/>
            <pc:sldMk cId="3935845260" sldId="3775"/>
            <ac:cxnSpMk id="7" creationId="{3FDF8887-CBF9-4ABA-20FA-C4765FEC86F8}"/>
          </ac:cxnSpMkLst>
        </pc:cxnChg>
      </pc:sldChg>
    </pc:docChg>
  </pc:docChgLst>
  <pc:docChgLst>
    <pc:chgData name="Jesus Angel Valentin Sierra" userId="69adeddf-9181-4883-8e66-34d712eb0c46" providerId="ADAL" clId="{F0242808-48D3-42BE-8330-3B67929945A6}"/>
    <pc:docChg chg="custSel addSld delSld modSld">
      <pc:chgData name="Jesus Angel Valentin Sierra" userId="69adeddf-9181-4883-8e66-34d712eb0c46" providerId="ADAL" clId="{F0242808-48D3-42BE-8330-3B67929945A6}" dt="2026-06-29T07:57:04.539" v="3" actId="313"/>
      <pc:docMkLst>
        <pc:docMk/>
      </pc:docMkLst>
      <pc:sldChg chg="modSp mod">
        <pc:chgData name="Jesus Angel Valentin Sierra" userId="69adeddf-9181-4883-8e66-34d712eb0c46" providerId="ADAL" clId="{F0242808-48D3-42BE-8330-3B67929945A6}" dt="2026-06-29T07:56:59.031" v="2" actId="790"/>
        <pc:sldMkLst>
          <pc:docMk/>
          <pc:sldMk cId="61921715" sldId="258"/>
        </pc:sldMkLst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61921715" sldId="258"/>
            <ac:spMk id="2" creationId="{11D06D31-577C-468F-A315-4B1A48E07A2C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61921715" sldId="258"/>
            <ac:spMk id="3" creationId="{9D165D28-4E2C-4E35-98E6-6B5023BBA057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61921715" sldId="258"/>
            <ac:spMk id="4" creationId="{806FD97B-691F-4513-92F7-37A1FAC29B8E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61921715" sldId="258"/>
            <ac:spMk id="5" creationId="{EB9340E2-D95A-4545-81E1-3AD07AB3A012}"/>
          </ac:spMkLst>
        </pc:spChg>
      </pc:sldChg>
      <pc:sldChg chg="modSp mod">
        <pc:chgData name="Jesus Angel Valentin Sierra" userId="69adeddf-9181-4883-8e66-34d712eb0c46" providerId="ADAL" clId="{F0242808-48D3-42BE-8330-3B67929945A6}" dt="2026-06-29T07:56:59.031" v="2" actId="790"/>
        <pc:sldMkLst>
          <pc:docMk/>
          <pc:sldMk cId="2860549807" sldId="3767"/>
        </pc:sldMkLst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2860549807" sldId="3767"/>
            <ac:spMk id="5" creationId="{0BB09050-0512-5601-5F3F-1FE01F12C7E6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2860549807" sldId="3767"/>
            <ac:spMk id="13" creationId="{F3047987-3DE1-C6AD-1043-2EBD1F7CB621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2860549807" sldId="3767"/>
            <ac:spMk id="14" creationId="{0AA55417-C44B-F8C7-B003-AAB02FA6EA47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2860549807" sldId="3767"/>
            <ac:spMk id="16" creationId="{D18A10E7-741E-4751-A356-8FFC59A663D3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2860549807" sldId="3767"/>
            <ac:spMk id="17" creationId="{01F468E8-7383-8A58-2534-A6946DB95EF6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2860549807" sldId="3767"/>
            <ac:spMk id="18" creationId="{8134BF11-3A6E-B7F7-76D1-ED0DF77BF825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2860549807" sldId="3767"/>
            <ac:spMk id="19" creationId="{6D940715-1F33-3A5D-3E4A-B46D9B3A11BD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2860549807" sldId="3767"/>
            <ac:spMk id="23" creationId="{6D10F30A-6558-22AF-CAC4-2185274AE417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2860549807" sldId="3767"/>
            <ac:spMk id="24" creationId="{0DC7AAEC-434E-328A-0374-BA097493FECF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2860549807" sldId="3767"/>
            <ac:spMk id="33" creationId="{17F2AE0B-B3FD-24AC-2F61-632EACA7DE6F}"/>
          </ac:spMkLst>
        </pc:spChg>
      </pc:sldChg>
      <pc:sldChg chg="del">
        <pc:chgData name="Jesus Angel Valentin Sierra" userId="69adeddf-9181-4883-8e66-34d712eb0c46" providerId="ADAL" clId="{F0242808-48D3-42BE-8330-3B67929945A6}" dt="2026-06-29T07:56:22.743" v="0" actId="47"/>
        <pc:sldMkLst>
          <pc:docMk/>
          <pc:sldMk cId="3551710498" sldId="3771"/>
        </pc:sldMkLst>
      </pc:sldChg>
      <pc:sldChg chg="modSp mod">
        <pc:chgData name="Jesus Angel Valentin Sierra" userId="69adeddf-9181-4883-8e66-34d712eb0c46" providerId="ADAL" clId="{F0242808-48D3-42BE-8330-3B67929945A6}" dt="2026-06-29T07:57:04.539" v="3" actId="313"/>
        <pc:sldMkLst>
          <pc:docMk/>
          <pc:sldMk cId="3935845260" sldId="3775"/>
        </pc:sldMkLst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935845260" sldId="3775"/>
            <ac:spMk id="5" creationId="{04E6F711-A88F-7B94-C44B-25C7542F1DF3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935845260" sldId="3775"/>
            <ac:spMk id="9" creationId="{30ED17A4-41FA-183C-D359-3F59023F5D32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935845260" sldId="3775"/>
            <ac:spMk id="15" creationId="{ADAB1C2A-E10D-DF67-7DD5-55BC08C48499}"/>
          </ac:spMkLst>
        </pc:spChg>
        <pc:spChg chg="mod">
          <ac:chgData name="Jesus Angel Valentin Sierra" userId="69adeddf-9181-4883-8e66-34d712eb0c46" providerId="ADAL" clId="{F0242808-48D3-42BE-8330-3B67929945A6}" dt="2026-06-29T07:57:04.539" v="3" actId="313"/>
          <ac:spMkLst>
            <pc:docMk/>
            <pc:sldMk cId="3935845260" sldId="3775"/>
            <ac:spMk id="16" creationId="{861A06D2-A9FA-7672-2026-6D3668A156A9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935845260" sldId="3775"/>
            <ac:spMk id="17" creationId="{1049B49F-3658-250B-65AE-2FF6742ABD12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935845260" sldId="3775"/>
            <ac:spMk id="19" creationId="{A0798FA2-713E-7101-222F-6788FF204511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935845260" sldId="3775"/>
            <ac:spMk id="20" creationId="{748D1D3F-F571-445A-394B-32561D457744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935845260" sldId="3775"/>
            <ac:spMk id="21" creationId="{214B78B3-3B99-4A9C-FBBD-4FE16BFE647A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935845260" sldId="3775"/>
            <ac:spMk id="22" creationId="{975CF260-C617-E756-E050-EBED6E1865CC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935845260" sldId="3775"/>
            <ac:spMk id="33" creationId="{B124EFEA-A266-D3A6-11CE-0441CC533EF9}"/>
          </ac:spMkLst>
        </pc:spChg>
      </pc:sldChg>
      <pc:sldChg chg="modSp add del mod">
        <pc:chgData name="Jesus Angel Valentin Sierra" userId="69adeddf-9181-4883-8e66-34d712eb0c46" providerId="ADAL" clId="{F0242808-48D3-42BE-8330-3B67929945A6}" dt="2026-06-29T07:56:59.031" v="2" actId="790"/>
        <pc:sldMkLst>
          <pc:docMk/>
          <pc:sldMk cId="3418258369" sldId="3787"/>
        </pc:sldMkLst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418258369" sldId="3787"/>
            <ac:spMk id="13" creationId="{F81D3311-6553-4C6D-4980-1EC91175B0D8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418258369" sldId="3787"/>
            <ac:spMk id="14" creationId="{CF4131E6-260E-D33B-E7B6-D3F8EE393F24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418258369" sldId="3787"/>
            <ac:spMk id="19" creationId="{A1698242-807F-8B84-1F56-366ACA64001C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418258369" sldId="3787"/>
            <ac:spMk id="20" creationId="{DC1E312E-FB87-CD02-253C-89A22D71C7F4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418258369" sldId="3787"/>
            <ac:spMk id="27" creationId="{4C19EB92-00A8-AE70-7F3F-29605B1DC360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418258369" sldId="3787"/>
            <ac:spMk id="34" creationId="{EA4C6AEE-CB5B-3105-5D8A-A380DE8D0E63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418258369" sldId="3787"/>
            <ac:spMk id="37" creationId="{7CD4188E-2911-28E3-9E80-11B69BE4EBFB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418258369" sldId="3787"/>
            <ac:spMk id="39" creationId="{4FD9DFB3-EFEA-C738-0CD9-C660F731B458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418258369" sldId="3787"/>
            <ac:spMk id="52" creationId="{AFEF5EBA-6818-5907-B2AF-D4145DE17186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418258369" sldId="3787"/>
            <ac:spMk id="58" creationId="{69477A71-0C58-1555-6C54-075577C8F201}"/>
          </ac:spMkLst>
        </pc:spChg>
      </pc:sldChg>
      <pc:sldChg chg="modSp add mod">
        <pc:chgData name="Jesus Angel Valentin Sierra" userId="69adeddf-9181-4883-8e66-34d712eb0c46" providerId="ADAL" clId="{F0242808-48D3-42BE-8330-3B67929945A6}" dt="2026-06-29T07:56:59.031" v="2" actId="790"/>
        <pc:sldMkLst>
          <pc:docMk/>
          <pc:sldMk cId="1542351001" sldId="3797"/>
        </pc:sldMkLst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1542351001" sldId="3797"/>
            <ac:spMk id="2" creationId="{7803E1D3-A065-9E76-FFFD-9902A78161F9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1542351001" sldId="3797"/>
            <ac:spMk id="7" creationId="{B3552050-A1B3-FC42-2701-251A5663F7B0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1542351001" sldId="3797"/>
            <ac:spMk id="13" creationId="{A52A3169-7437-705F-259A-2A2DEE9BB443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1542351001" sldId="3797"/>
            <ac:spMk id="15" creationId="{CD53E4C6-2485-75CE-D759-DA072CCEBD1D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1542351001" sldId="3797"/>
            <ac:spMk id="16" creationId="{D61AD66F-7DEE-E918-6EDE-197D5994EE86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1542351001" sldId="3797"/>
            <ac:spMk id="18" creationId="{64B94FE2-5360-C933-AC96-B0411F008F79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1542351001" sldId="3797"/>
            <ac:spMk id="19" creationId="{9EEFFFBA-E802-CDCB-6B2D-79D6D18107D9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1542351001" sldId="3797"/>
            <ac:spMk id="20" creationId="{0C0C97E2-D7C7-9CA1-65D8-3824EA5B6ED8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1542351001" sldId="3797"/>
            <ac:spMk id="22" creationId="{E9968406-C26C-533B-2719-61E4B0751849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1542351001" sldId="3797"/>
            <ac:spMk id="33" creationId="{9E8F74A2-C3AD-6D6C-6D40-6ECA742668EB}"/>
          </ac:spMkLst>
        </pc:spChg>
      </pc:sldChg>
      <pc:sldChg chg="del">
        <pc:chgData name="Jesus Angel Valentin Sierra" userId="69adeddf-9181-4883-8e66-34d712eb0c46" providerId="ADAL" clId="{F0242808-48D3-42BE-8330-3B67929945A6}" dt="2026-06-29T07:56:22.743" v="0" actId="47"/>
        <pc:sldMkLst>
          <pc:docMk/>
          <pc:sldMk cId="3179310903" sldId="3800"/>
        </pc:sldMkLst>
      </pc:sldChg>
      <pc:sldChg chg="modSp add mod">
        <pc:chgData name="Jesus Angel Valentin Sierra" userId="69adeddf-9181-4883-8e66-34d712eb0c46" providerId="ADAL" clId="{F0242808-48D3-42BE-8330-3B67929945A6}" dt="2026-06-29T07:56:59.031" v="2" actId="790"/>
        <pc:sldMkLst>
          <pc:docMk/>
          <pc:sldMk cId="3222004098" sldId="3801"/>
        </pc:sldMkLst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222004098" sldId="3801"/>
            <ac:spMk id="70" creationId="{D07A9DE2-9A1F-E1CE-289B-9A7616CC68CF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222004098" sldId="3801"/>
            <ac:spMk id="72" creationId="{3EBACE6F-5832-AFA0-1405-1CA2C723CED6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222004098" sldId="3801"/>
            <ac:spMk id="74" creationId="{3C5692CB-F83C-930C-7FB7-713B9442F7A8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222004098" sldId="3801"/>
            <ac:spMk id="76" creationId="{FC51DFCA-6369-8293-27CB-54F9E129C217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222004098" sldId="3801"/>
            <ac:spMk id="77" creationId="{C5BDE505-62CC-5859-BDEA-5C698B49FD5B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222004098" sldId="3801"/>
            <ac:spMk id="82" creationId="{DB6A9EDA-1873-284A-7C6A-981B7EF7EEE4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222004098" sldId="3801"/>
            <ac:spMk id="89" creationId="{E46DD1A6-2070-CBF3-B502-A123B1E8BF2D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222004098" sldId="3801"/>
            <ac:spMk id="94" creationId="{2AE55800-007B-878F-BB6C-3B20EB288CB6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222004098" sldId="3801"/>
            <ac:spMk id="96" creationId="{6CFB2C85-B5EF-4D4A-9AF3-7289E8971CA6}"/>
          </ac:spMkLst>
        </pc:spChg>
        <pc:spChg chg="mod">
          <ac:chgData name="Jesus Angel Valentin Sierra" userId="69adeddf-9181-4883-8e66-34d712eb0c46" providerId="ADAL" clId="{F0242808-48D3-42BE-8330-3B67929945A6}" dt="2026-06-29T07:56:59.031" v="2" actId="790"/>
          <ac:spMkLst>
            <pc:docMk/>
            <pc:sldMk cId="3222004098" sldId="3801"/>
            <ac:spMk id="98" creationId="{D844FFA6-6566-B80B-C76C-C580892A8636}"/>
          </ac:spMkLst>
        </pc:spChg>
      </pc:sldChg>
      <pc:sldChg chg="del">
        <pc:chgData name="Jesus Angel Valentin Sierra" userId="69adeddf-9181-4883-8e66-34d712eb0c46" providerId="ADAL" clId="{F0242808-48D3-42BE-8330-3B67929945A6}" dt="2026-06-29T07:56:22.743" v="0" actId="47"/>
        <pc:sldMkLst>
          <pc:docMk/>
          <pc:sldMk cId="2704511195" sldId="380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29 June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 rtl="0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 rtl="0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29 June 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2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 rtl="0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 rtl="0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2FEA09E-B533-4D4E-953A-87FE39076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5012" y="4518025"/>
            <a:ext cx="5632450" cy="10002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44000" indent="-144000" algn="l" defTabSz="914400" rtl="0" eaLnBrk="1" latinLnBrk="0" hangingPunct="1">
      <a:spcAft>
        <a:spcPts val="300"/>
      </a:spcAft>
      <a:buSzPct val="110000"/>
      <a:buFont typeface="Wingdings" panose="05000000000000000000" pitchFamily="2" charset="2"/>
      <a:buChar char="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SzPct val="110000"/>
      <a:buFont typeface="Arial" panose="020B0604020202020204" pitchFamily="34" charset="0"/>
      <a:buChar char="‒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SzPct val="100000"/>
      <a:buFont typeface="Arial" panose="020B0604020202020204" pitchFamily="34" charset="0"/>
      <a:buChar char="•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Font typeface="Arial" panose="020B0604020202020204" pitchFamily="34" charset="0"/>
      <a:buChar char="̶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29 June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1" name="Slide Image Placeholder 50">
            <a:extLst>
              <a:ext uri="{FF2B5EF4-FFF2-40B4-BE49-F238E27FC236}">
                <a16:creationId xmlns:a16="http://schemas.microsoft.com/office/drawing/2014/main" id="{DCE3710F-2356-44F5-A47E-3DFCE8CD4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10783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0F43B-A157-26B8-B78B-7674F45E8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B8CC7CE-BF3E-B599-DF29-364BDC169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8A6929B-49CE-82E7-613A-06FAEC860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B40669-07E1-C789-1196-A9B14DAA2ED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29 June 2026</a:t>
            </a:fld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E59AF2E-2B10-33AA-F215-6509957185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777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873C2-0D43-8F22-8213-870956B3E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FD98DCF-8073-8EE2-136A-6EB033C7D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6B3BB54-7384-E972-7A6C-28CF8C460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4E8604-99D1-8E6A-B4BD-CA325925496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29 June 2026</a:t>
            </a:fld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F1BE542-8908-EDFD-B96E-D444B4003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014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BB268-7A54-ADA6-60A0-1BC2F8156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5CF5138-3627-C6CA-F361-FBB374DC6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5C1871A-7D22-7C54-9DBF-E06EE21B2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8DBEAB-1777-7C50-E64E-C66667FC8B1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29 June 2026</a:t>
            </a:fld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895FD2D-CCD6-6522-D679-2C751F268A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511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0DF11-AD0A-534E-BC3E-E1970951D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2968BD1-0314-4ED2-2FD4-2CB5BCEAC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DFE46EA-E829-1B53-28A3-31ECB454F3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6396F4-31E2-848E-D13D-5AE6F12B912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29 June 2026</a:t>
            </a:fld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D7A2C93-4F7C-B3B0-201E-9FB6613C60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970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9F3E6-0545-9D52-F110-50D19738A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814A837-9E34-D6E8-F789-75A287B0C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84E2DD2-6F94-66D7-9040-900EF7689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6C364A-F15F-32AA-F799-DEDDAA0FA8C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29 June 2026</a:t>
            </a:fld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F13571-2E50-1B23-77E1-5D6D1253F0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110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13" Type="http://schemas.openxmlformats.org/officeDocument/2006/relationships/image" Target="../media/image7.emf"/><Relationship Id="rId18" Type="http://schemas.openxmlformats.org/officeDocument/2006/relationships/image" Target="../media/image12.png"/><Relationship Id="rId3" Type="http://schemas.openxmlformats.org/officeDocument/2006/relationships/tags" Target="../tags/tag24.xml"/><Relationship Id="rId21" Type="http://schemas.openxmlformats.org/officeDocument/2006/relationships/image" Target="../media/image15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6.emf"/><Relationship Id="rId17" Type="http://schemas.openxmlformats.org/officeDocument/2006/relationships/image" Target="../media/image11.emf"/><Relationship Id="rId2" Type="http://schemas.openxmlformats.org/officeDocument/2006/relationships/tags" Target="../tags/tag23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1" Type="http://schemas.openxmlformats.org/officeDocument/2006/relationships/tags" Target="../tags/tag22.xml"/><Relationship Id="rId6" Type="http://schemas.openxmlformats.org/officeDocument/2006/relationships/slideMaster" Target="../slideMasters/slideMaster1.xml"/><Relationship Id="rId11" Type="http://schemas.openxmlformats.org/officeDocument/2006/relationships/image" Target="../media/image5.png"/><Relationship Id="rId24" Type="http://schemas.openxmlformats.org/officeDocument/2006/relationships/image" Target="../media/image18.png"/><Relationship Id="rId5" Type="http://schemas.openxmlformats.org/officeDocument/2006/relationships/tags" Target="../tags/tag26.xml"/><Relationship Id="rId15" Type="http://schemas.openxmlformats.org/officeDocument/2006/relationships/image" Target="../media/image9.emf"/><Relationship Id="rId23" Type="http://schemas.openxmlformats.org/officeDocument/2006/relationships/image" Target="../media/image17.jpeg"/><Relationship Id="rId10" Type="http://schemas.openxmlformats.org/officeDocument/2006/relationships/image" Target="../media/image4.png"/><Relationship Id="rId19" Type="http://schemas.openxmlformats.org/officeDocument/2006/relationships/image" Target="../media/image13.png"/><Relationship Id="rId4" Type="http://schemas.openxmlformats.org/officeDocument/2006/relationships/tags" Target="../tags/tag25.xml"/><Relationship Id="rId9" Type="http://schemas.openxmlformats.org/officeDocument/2006/relationships/image" Target="../media/image2.png"/><Relationship Id="rId14" Type="http://schemas.openxmlformats.org/officeDocument/2006/relationships/image" Target="../media/image8.emf"/><Relationship Id="rId22" Type="http://schemas.openxmlformats.org/officeDocument/2006/relationships/image" Target="../media/image16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29.xml"/><Relationship Id="rId7" Type="http://schemas.openxmlformats.org/officeDocument/2006/relationships/oleObject" Target="../embeddings/oleObject3.bin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9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10" Type="http://schemas.openxmlformats.org/officeDocument/2006/relationships/image" Target="../media/image1.emf"/><Relationship Id="rId4" Type="http://schemas.openxmlformats.org/officeDocument/2006/relationships/tags" Target="../tags/tag35.xml"/><Relationship Id="rId9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10" Type="http://schemas.openxmlformats.org/officeDocument/2006/relationships/image" Target="../media/image1.emf"/><Relationship Id="rId4" Type="http://schemas.openxmlformats.org/officeDocument/2006/relationships/tags" Target="../tags/tag42.xml"/><Relationship Id="rId9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4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9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tags" Target="../tags/tag5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9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tags" Target="../tags/tag6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9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10" Type="http://schemas.openxmlformats.org/officeDocument/2006/relationships/image" Target="../media/image3.emf"/><Relationship Id="rId4" Type="http://schemas.openxmlformats.org/officeDocument/2006/relationships/tags" Target="../tags/tag67.xml"/><Relationship Id="rId9" Type="http://schemas.openxmlformats.org/officeDocument/2006/relationships/oleObject" Target="../embeddings/oleObject9.bin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12" Type="http://schemas.openxmlformats.org/officeDocument/2006/relationships/image" Target="../media/image2.pn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image" Target="../media/image1.emf"/><Relationship Id="rId5" Type="http://schemas.openxmlformats.org/officeDocument/2006/relationships/tags" Target="../tags/tag75.xml"/><Relationship Id="rId10" Type="http://schemas.openxmlformats.org/officeDocument/2006/relationships/oleObject" Target="../embeddings/oleObject10.bin"/><Relationship Id="rId4" Type="http://schemas.openxmlformats.org/officeDocument/2006/relationships/tags" Target="../tags/tag74.xml"/><Relationship Id="rId9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image" Target="../media/image2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image" Target="../media/image1.emf"/><Relationship Id="rId5" Type="http://schemas.openxmlformats.org/officeDocument/2006/relationships/tags" Target="../tags/tag83.xml"/><Relationship Id="rId10" Type="http://schemas.openxmlformats.org/officeDocument/2006/relationships/oleObject" Target="../embeddings/oleObject11.bin"/><Relationship Id="rId4" Type="http://schemas.openxmlformats.org/officeDocument/2006/relationships/tags" Target="../tags/tag82.xml"/><Relationship Id="rId9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image" Target="../media/image2.png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image" Target="../media/image1.emf"/><Relationship Id="rId5" Type="http://schemas.openxmlformats.org/officeDocument/2006/relationships/tags" Target="../tags/tag91.xml"/><Relationship Id="rId10" Type="http://schemas.openxmlformats.org/officeDocument/2006/relationships/oleObject" Target="../embeddings/oleObject12.bin"/><Relationship Id="rId4" Type="http://schemas.openxmlformats.org/officeDocument/2006/relationships/tags" Target="../tags/tag90.xml"/><Relationship Id="rId9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image" Target="../media/image2.png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image" Target="../media/image19.emf"/><Relationship Id="rId5" Type="http://schemas.openxmlformats.org/officeDocument/2006/relationships/tags" Target="../tags/tag99.xml"/><Relationship Id="rId10" Type="http://schemas.openxmlformats.org/officeDocument/2006/relationships/oleObject" Target="../embeddings/oleObject13.bin"/><Relationship Id="rId4" Type="http://schemas.openxmlformats.org/officeDocument/2006/relationships/tags" Target="../tags/tag98.xml"/><Relationship Id="rId9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image" Target="../media/image2.png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image" Target="../media/image1.emf"/><Relationship Id="rId5" Type="http://schemas.openxmlformats.org/officeDocument/2006/relationships/tags" Target="../tags/tag107.xml"/><Relationship Id="rId10" Type="http://schemas.openxmlformats.org/officeDocument/2006/relationships/oleObject" Target="../embeddings/oleObject14.bin"/><Relationship Id="rId4" Type="http://schemas.openxmlformats.org/officeDocument/2006/relationships/tags" Target="../tags/tag106.xml"/><Relationship Id="rId9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11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10" Type="http://schemas.openxmlformats.org/officeDocument/2006/relationships/image" Target="../media/image2.png"/><Relationship Id="rId4" Type="http://schemas.openxmlformats.org/officeDocument/2006/relationships/tags" Target="../tags/tag114.xml"/><Relationship Id="rId9" Type="http://schemas.openxmlformats.org/officeDocument/2006/relationships/image" Target="../media/image3.emf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19.xml"/><Relationship Id="rId7" Type="http://schemas.openxmlformats.org/officeDocument/2006/relationships/image" Target="../media/image3.emf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oleObject" Target="../embeddings/oleObject16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20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7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55536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1171857" y="4965970"/>
            <a:ext cx="9726795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algn="ctr">
              <a:defRPr lang="en-US" sz="1200" dirty="0"/>
            </a:lvl1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1171857" y="4558143"/>
            <a:ext cx="9726795" cy="27699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algn="ctr"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1171857" y="3073098"/>
            <a:ext cx="9726795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rmAutofit/>
          </a:bodyPr>
          <a:lstStyle>
            <a:lvl1pPr algn="ctr">
              <a:defRPr lang="en-US" sz="3600" cap="all" baseline="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BAFA53-4E1E-CEE1-7372-55D9DA0659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l="16758" t="20725" r="11635" b="24190"/>
          <a:stretch/>
        </p:blipFill>
        <p:spPr>
          <a:xfrm>
            <a:off x="4199763" y="1110343"/>
            <a:ext cx="3670982" cy="1869621"/>
          </a:xfrm>
          <a:prstGeom prst="rect">
            <a:avLst/>
          </a:prstGeom>
        </p:spPr>
      </p:pic>
      <p:pic>
        <p:nvPicPr>
          <p:cNvPr id="26" name="Imagen 34">
            <a:extLst>
              <a:ext uri="{FF2B5EF4-FFF2-40B4-BE49-F238E27FC236}">
                <a16:creationId xmlns:a16="http://schemas.microsoft.com/office/drawing/2014/main" id="{6F42B641-72C7-4A80-9EF6-DC0231208D4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0088" y="6145763"/>
            <a:ext cx="329524" cy="128514"/>
          </a:xfrm>
          <a:prstGeom prst="rect">
            <a:avLst/>
          </a:prstGeom>
        </p:spPr>
      </p:pic>
      <p:pic>
        <p:nvPicPr>
          <p:cNvPr id="27" name="Imagen 37">
            <a:extLst>
              <a:ext uri="{FF2B5EF4-FFF2-40B4-BE49-F238E27FC236}">
                <a16:creationId xmlns:a16="http://schemas.microsoft.com/office/drawing/2014/main" id="{3F5328A2-722F-456E-9EAE-0EE13E7B501F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84827" t="-11201" r="-444" b="13414"/>
          <a:stretch/>
        </p:blipFill>
        <p:spPr>
          <a:xfrm>
            <a:off x="1255004" y="6040147"/>
            <a:ext cx="480387" cy="249778"/>
          </a:xfrm>
          <a:prstGeom prst="rect">
            <a:avLst/>
          </a:prstGeom>
        </p:spPr>
      </p:pic>
      <p:pic>
        <p:nvPicPr>
          <p:cNvPr id="29" name="Imagen 39">
            <a:extLst>
              <a:ext uri="{FF2B5EF4-FFF2-40B4-BE49-F238E27FC236}">
                <a16:creationId xmlns:a16="http://schemas.microsoft.com/office/drawing/2014/main" id="{EB6EA72A-57FA-4DB2-A955-9BAE0E7A070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506872" y="6016596"/>
            <a:ext cx="817924" cy="330315"/>
          </a:xfrm>
          <a:prstGeom prst="rect">
            <a:avLst/>
          </a:prstGeom>
        </p:spPr>
      </p:pic>
      <p:pic>
        <p:nvPicPr>
          <p:cNvPr id="31" name="Imagen 41">
            <a:extLst>
              <a:ext uri="{FF2B5EF4-FFF2-40B4-BE49-F238E27FC236}">
                <a16:creationId xmlns:a16="http://schemas.microsoft.com/office/drawing/2014/main" id="{5208EE27-308B-46F1-89B4-EEDAFB229A47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8432" t="13808" r="3866" b="22570"/>
          <a:stretch/>
        </p:blipFill>
        <p:spPr>
          <a:xfrm>
            <a:off x="6885987" y="6079993"/>
            <a:ext cx="594300" cy="198982"/>
          </a:xfrm>
          <a:prstGeom prst="rect">
            <a:avLst/>
          </a:prstGeom>
        </p:spPr>
      </p:pic>
      <p:pic>
        <p:nvPicPr>
          <p:cNvPr id="32" name="Imagen 42">
            <a:extLst>
              <a:ext uri="{FF2B5EF4-FFF2-40B4-BE49-F238E27FC236}">
                <a16:creationId xmlns:a16="http://schemas.microsoft.com/office/drawing/2014/main" id="{233CFDDD-B3E6-422D-BAF1-2D89ACE6C711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6973" t="22509" r="3652" b="29230"/>
          <a:stretch/>
        </p:blipFill>
        <p:spPr>
          <a:xfrm>
            <a:off x="6178354" y="6114950"/>
            <a:ext cx="463103" cy="143876"/>
          </a:xfrm>
          <a:prstGeom prst="rect">
            <a:avLst/>
          </a:prstGeom>
        </p:spPr>
      </p:pic>
      <p:pic>
        <p:nvPicPr>
          <p:cNvPr id="34" name="Imagen 44">
            <a:extLst>
              <a:ext uri="{FF2B5EF4-FFF2-40B4-BE49-F238E27FC236}">
                <a16:creationId xmlns:a16="http://schemas.microsoft.com/office/drawing/2014/main" id="{11D02BA1-67BA-4650-9713-690C4CF7B507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22218" r="21421"/>
          <a:stretch/>
        </p:blipFill>
        <p:spPr>
          <a:xfrm>
            <a:off x="7749406" y="5837750"/>
            <a:ext cx="496284" cy="462958"/>
          </a:xfrm>
          <a:prstGeom prst="rect">
            <a:avLst/>
          </a:prstGeom>
        </p:spPr>
      </p:pic>
      <p:pic>
        <p:nvPicPr>
          <p:cNvPr id="35" name="Imagen 45">
            <a:extLst>
              <a:ext uri="{FF2B5EF4-FFF2-40B4-BE49-F238E27FC236}">
                <a16:creationId xmlns:a16="http://schemas.microsoft.com/office/drawing/2014/main" id="{03C1B2A4-1A8F-43FE-8633-7D334FF7A3A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95790" y="5961938"/>
            <a:ext cx="576105" cy="278730"/>
          </a:xfrm>
          <a:prstGeom prst="rect">
            <a:avLst/>
          </a:prstGeom>
        </p:spPr>
      </p:pic>
      <p:pic>
        <p:nvPicPr>
          <p:cNvPr id="36" name="Imagen 46">
            <a:extLst>
              <a:ext uri="{FF2B5EF4-FFF2-40B4-BE49-F238E27FC236}">
                <a16:creationId xmlns:a16="http://schemas.microsoft.com/office/drawing/2014/main" id="{DF6395AA-76DB-4E82-8EA6-F26F0FCE54E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23830" y="5954090"/>
            <a:ext cx="306345" cy="371990"/>
          </a:xfrm>
          <a:prstGeom prst="rect">
            <a:avLst/>
          </a:prstGeom>
        </p:spPr>
      </p:pic>
      <p:pic>
        <p:nvPicPr>
          <p:cNvPr id="37" name="Picture 2" descr="Orange (Marruecos) - Wikipedia, la enciclopedia libre">
            <a:extLst>
              <a:ext uri="{FF2B5EF4-FFF2-40B4-BE49-F238E27FC236}">
                <a16:creationId xmlns:a16="http://schemas.microsoft.com/office/drawing/2014/main" id="{FF0697BF-A547-4ACF-A5AE-A0D72EE35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92" y="5821845"/>
            <a:ext cx="414859" cy="414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6">
            <a:extLst>
              <a:ext uri="{FF2B5EF4-FFF2-40B4-BE49-F238E27FC236}">
                <a16:creationId xmlns:a16="http://schemas.microsoft.com/office/drawing/2014/main" id="{066DAB59-8D46-4F83-9F75-DD49E8C2F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654" y="6125253"/>
            <a:ext cx="465652" cy="114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>
            <a:extLst>
              <a:ext uri="{FF2B5EF4-FFF2-40B4-BE49-F238E27FC236}">
                <a16:creationId xmlns:a16="http://schemas.microsoft.com/office/drawing/2014/main" id="{8E590026-32DE-4049-B235-0E2E6E080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608" y="6127270"/>
            <a:ext cx="473343" cy="156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Conector recto 16">
            <a:extLst>
              <a:ext uri="{FF2B5EF4-FFF2-40B4-BE49-F238E27FC236}">
                <a16:creationId xmlns:a16="http://schemas.microsoft.com/office/drawing/2014/main" id="{B570FF95-921B-42F4-9709-D28A743D6BD1}"/>
              </a:ext>
            </a:extLst>
          </p:cNvPr>
          <p:cNvCxnSpPr>
            <a:cxnSpLocks/>
          </p:cNvCxnSpPr>
          <p:nvPr/>
        </p:nvCxnSpPr>
        <p:spPr>
          <a:xfrm>
            <a:off x="540192" y="5724838"/>
            <a:ext cx="1109459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6">
            <a:extLst>
              <a:ext uri="{FF2B5EF4-FFF2-40B4-BE49-F238E27FC236}">
                <a16:creationId xmlns:a16="http://schemas.microsoft.com/office/drawing/2014/main" id="{22536F12-7906-4101-A421-D8620AAB89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79" t="28442" r="22925" b="40654"/>
          <a:stretch/>
        </p:blipFill>
        <p:spPr bwMode="auto">
          <a:xfrm>
            <a:off x="11066296" y="6129828"/>
            <a:ext cx="603145" cy="150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Imagen 5">
            <a:extLst>
              <a:ext uri="{FF2B5EF4-FFF2-40B4-BE49-F238E27FC236}">
                <a16:creationId xmlns:a16="http://schemas.microsoft.com/office/drawing/2014/main" id="{0E8792FF-9213-4054-B952-517C454A1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9106" y="6112777"/>
            <a:ext cx="513253" cy="139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92A56743-1783-BB09-CE82-A76DACB722CE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5304354" y="6009517"/>
            <a:ext cx="587802" cy="23081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FB6EA2C-A7BA-1DB2-304B-D9FDB8EBB8AE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2566915" y="6053240"/>
            <a:ext cx="815865" cy="27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17068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0800" y="4510168"/>
            <a:ext cx="9726795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/>
            </a:lvl1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1941" y="4092559"/>
            <a:ext cx="9726795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1941" y="2617296"/>
            <a:ext cx="9726795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4400" cap="all" baseline="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BAFA53-4E1E-CEE1-7372-55D9DA0659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l="16758" t="20725" r="11635" b="24190"/>
          <a:stretch/>
        </p:blipFill>
        <p:spPr>
          <a:xfrm>
            <a:off x="9355054" y="94868"/>
            <a:ext cx="2683186" cy="136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289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3184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5" y="637721"/>
            <a:ext cx="10501191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9791532" cy="19581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6000" tIns="36000" rIns="36000" bIns="3600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72212"/>
            <a:ext cx="10501191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57EC2-2DDB-27A3-243A-50080C823E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6514142"/>
            <a:ext cx="10225088" cy="123111"/>
          </a:xfrm>
        </p:spPr>
        <p:txBody>
          <a:bodyPr/>
          <a:lstStyle>
            <a:lvl1pPr>
              <a:defRPr sz="800"/>
            </a:lvl1pPr>
          </a:lstStyle>
          <a:p>
            <a:pPr lvl="0"/>
            <a:r>
              <a:rPr lang="en-US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lin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09189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9" name="Sticker" hidden="1">
            <a:extLst>
              <a:ext uri="{FF2B5EF4-FFF2-40B4-BE49-F238E27FC236}">
                <a16:creationId xmlns:a16="http://schemas.microsoft.com/office/drawing/2014/main" id="{64F3132B-1605-45D5-B06F-B703D774997D}"/>
              </a:ext>
            </a:extLst>
          </p:cNvPr>
          <p:cNvSpPr txBox="1"/>
          <p:nvPr userDrawn="1"/>
        </p:nvSpPr>
        <p:spPr bwMode="gray">
          <a:xfrm>
            <a:off x="558489" y="1401800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cap="all" baseline="0" dirty="0"/>
              <a:t>STICKER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3"/>
            </p:custDataLst>
          </p:nvPr>
        </p:nvSpPr>
        <p:spPr bwMode="gray">
          <a:xfrm>
            <a:off x="554736" y="1022441"/>
            <a:ext cx="10501191" cy="24622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 rtl="0">
              <a:buNone/>
              <a:defRPr sz="1600" b="0" baseline="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gray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gray">
          <a:xfrm>
            <a:off x="554735" y="6501669"/>
            <a:ext cx="7277861" cy="12311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6000" tIns="36000" rIns="36000" bIns="3600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 userDrawn="1">
            <p:ph type="body" sz="quarter" idx="10" hasCustomPrompt="1"/>
            <p:custDataLst>
              <p:tags r:id="rId6"/>
            </p:custDataLst>
          </p:nvPr>
        </p:nvSpPr>
        <p:spPr bwMode="gray"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7"/>
            </p:custDataLst>
          </p:nvPr>
        </p:nvSpPr>
        <p:spPr bwMode="gray">
          <a:xfrm>
            <a:off x="554736" y="172212"/>
            <a:ext cx="10501191" cy="76944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13D393E-9568-CF41-5268-EA475EBA59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6514142"/>
            <a:ext cx="10225088" cy="123111"/>
          </a:xfrm>
        </p:spPr>
        <p:txBody>
          <a:bodyPr/>
          <a:lstStyle>
            <a:lvl1pPr>
              <a:defRPr sz="800"/>
            </a:lvl1pPr>
          </a:lstStyle>
          <a:p>
            <a:pPr lvl="0"/>
            <a:r>
              <a:rPr lang="en-US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1102278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5357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408557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lnSpc>
                <a:spcPct val="10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6000" tIns="36000" rIns="36000" bIns="3600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69509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4983596-431B-4F12-AA07-76914CD3DEE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32444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 rtl="0"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65036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vert="horz" anchor="b">
            <a:spAutoFit/>
          </a:bodyPr>
          <a:lstStyle>
            <a:lvl1pPr rtl="0">
              <a:lnSpc>
                <a:spcPct val="105000"/>
              </a:lnSpc>
              <a:defRPr sz="3400"/>
            </a:lvl1pPr>
          </a:lstStyle>
          <a:p>
            <a:r>
              <a:rPr lang="en-US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6D1499-3230-4098-85B2-D4CC7CA621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684763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3659644"/>
            <a:ext cx="2514600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accent4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2671065" cy="19581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6000" tIns="36000" rIns="36000" bIns="3600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D1E8CEA-59CA-420E-955C-4C9FBA24773C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2514600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FA5CD-E671-7F67-7243-4167EA6537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758" t="20725" r="11635" b="24190"/>
          <a:stretch/>
        </p:blipFill>
        <p:spPr>
          <a:xfrm>
            <a:off x="11276666" y="81775"/>
            <a:ext cx="807202" cy="41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416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39165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5" y="3659644"/>
            <a:ext cx="346557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accent4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6" y="6501669"/>
            <a:ext cx="3695532" cy="19581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6000" tIns="36000" rIns="36000" bIns="3600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B064DA18-FA54-43C0-B981-F306F40179F4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4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E670C7-E8FE-C3EA-C1AD-1EB60B73A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758" t="20725" r="11635" b="24190"/>
          <a:stretch/>
        </p:blipFill>
        <p:spPr>
          <a:xfrm>
            <a:off x="11276666" y="81775"/>
            <a:ext cx="807202" cy="41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098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12989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2"/>
            <a:ext cx="5065776" cy="384721"/>
          </a:xfrm>
        </p:spPr>
        <p:txBody>
          <a:bodyPr vert="horz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637721"/>
            <a:ext cx="50657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6" y="6501669"/>
            <a:ext cx="5448132" cy="19581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6000" tIns="36000" rIns="36000" bIns="3600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802A9B6-1875-42C4-D522-717E7AF783A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6498754"/>
            <a:ext cx="5065776" cy="138499"/>
          </a:xfrm>
        </p:spPr>
        <p:txBody>
          <a:bodyPr/>
          <a:lstStyle>
            <a:lvl1pPr>
              <a:defRPr sz="800"/>
            </a:lvl1pPr>
          </a:lstStyle>
          <a:p>
            <a:pPr lvl="0"/>
            <a:r>
              <a:rPr lang="en-US"/>
              <a:t>Source: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DE242A-CDE0-FE4B-D576-159A4CDF2E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758" t="20725" r="11635" b="24190"/>
          <a:stretch/>
        </p:blipFill>
        <p:spPr>
          <a:xfrm>
            <a:off x="11276666" y="81775"/>
            <a:ext cx="807202" cy="41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9616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8612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72" imgH="588" progId="TCLayout.ActiveDocument.1">
                  <p:embed/>
                </p:oleObj>
              </mc:Choice>
              <mc:Fallback>
                <p:oleObj name="think-cell Slide" r:id="rId10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6967728" cy="384721"/>
          </a:xfrm>
        </p:spPr>
        <p:txBody>
          <a:bodyPr vert="horz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637721"/>
            <a:ext cx="696772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6000" tIns="36000" rIns="36000" bIns="3600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53FBF7F-B037-E309-53F4-4FD0668017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6498754"/>
            <a:ext cx="6903338" cy="138499"/>
          </a:xfrm>
        </p:spPr>
        <p:txBody>
          <a:bodyPr/>
          <a:lstStyle>
            <a:lvl1pPr>
              <a:defRPr sz="800"/>
            </a:lvl1pPr>
          </a:lstStyle>
          <a:p>
            <a:pPr lvl="0"/>
            <a:r>
              <a:rPr lang="en-US"/>
              <a:t>Source: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38CC9B-B2AF-59EB-958A-E3B3936C16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758" t="20725" r="11635" b="24190"/>
          <a:stretch/>
        </p:blipFill>
        <p:spPr>
          <a:xfrm>
            <a:off x="11276666" y="81775"/>
            <a:ext cx="807202" cy="41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183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94122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2"/>
            <a:ext cx="7918704" cy="384721"/>
          </a:xfrm>
        </p:spPr>
        <p:txBody>
          <a:bodyPr vert="horz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637721"/>
            <a:ext cx="791870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u="none" baseline="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6000" tIns="36000" rIns="36000" bIns="3600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noProof="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AB8D36A-3D5C-D633-822F-DD1B8C78E8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6514142"/>
            <a:ext cx="7918704" cy="123111"/>
          </a:xfrm>
        </p:spPr>
        <p:txBody>
          <a:bodyPr/>
          <a:lstStyle>
            <a:lvl1pPr>
              <a:defRPr sz="800"/>
            </a:lvl1pPr>
          </a:lstStyle>
          <a:p>
            <a:pPr lvl="0"/>
            <a:r>
              <a:rPr lang="en-US"/>
              <a:t>Source: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6D4AE8-456F-EFFD-1A97-8C5666F40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758" t="20725" r="11635" b="24190"/>
          <a:stretch/>
        </p:blipFill>
        <p:spPr>
          <a:xfrm>
            <a:off x="11276666" y="81775"/>
            <a:ext cx="807202" cy="41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368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03664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4736" y="172212"/>
            <a:ext cx="10491955" cy="1154162"/>
          </a:xfrm>
        </p:spPr>
        <p:txBody>
          <a:bodyPr vert="horz" wrap="square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6000" tIns="36000" rIns="36000" bIns="3600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1AA88E-24E2-4493-A340-98EE8666A3B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9" name="Sticker" hidden="1">
            <a:extLst>
              <a:ext uri="{FF2B5EF4-FFF2-40B4-BE49-F238E27FC236}">
                <a16:creationId xmlns:a16="http://schemas.microsoft.com/office/drawing/2014/main" id="{2B5F1846-DB86-4338-8AFA-F2C1B534B900}"/>
              </a:ext>
            </a:extLst>
          </p:cNvPr>
          <p:cNvSpPr txBox="1"/>
          <p:nvPr userDrawn="1"/>
        </p:nvSpPr>
        <p:spPr>
          <a:xfrm>
            <a:off x="558489" y="1401800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/>
          <a:p>
            <a:pPr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cap="all" baseline="0" dirty="0"/>
              <a:t>STICKER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BCAB3A8-7C1B-88E4-1754-6A62C94657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6514142"/>
            <a:ext cx="10225088" cy="123111"/>
          </a:xfrm>
        </p:spPr>
        <p:txBody>
          <a:bodyPr/>
          <a:lstStyle>
            <a:lvl1pPr>
              <a:defRPr sz="800"/>
            </a:lvl1pPr>
          </a:lstStyle>
          <a:p>
            <a:pPr lvl="0"/>
            <a:r>
              <a:rPr lang="en-US"/>
              <a:t>Source: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408065-3051-1DDD-C1A2-20324DD64A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l="16758" t="20725" r="11635" b="24190"/>
          <a:stretch/>
        </p:blipFill>
        <p:spPr>
          <a:xfrm>
            <a:off x="11276666" y="81775"/>
            <a:ext cx="807202" cy="41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241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9640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36000" tIns="36000" rIns="36000" bIns="3600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5645DB8-8B8C-8B23-EBA5-F5CA50CA92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6514142"/>
            <a:ext cx="10225088" cy="123111"/>
          </a:xfrm>
        </p:spPr>
        <p:txBody>
          <a:bodyPr/>
          <a:lstStyle>
            <a:lvl1pPr>
              <a:defRPr sz="800"/>
            </a:lvl1pPr>
          </a:lstStyle>
          <a:p>
            <a:pPr lvl="0"/>
            <a:r>
              <a:rPr lang="en-US"/>
              <a:t>Source: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CB45C4-1A46-7AEB-B269-268890121A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/>
          <a:srcRect l="16758" t="20725" r="11635" b="24190"/>
          <a:stretch/>
        </p:blipFill>
        <p:spPr>
          <a:xfrm>
            <a:off x="11276666" y="81775"/>
            <a:ext cx="807202" cy="41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89319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57F457-6247-44D4-BE3C-66B191EB78D5}"/>
              </a:ext>
            </a:extLst>
          </p:cNvPr>
          <p:cNvSpPr txBox="1"/>
          <p:nvPr userDrawn="1"/>
        </p:nvSpPr>
        <p:spPr>
          <a:xfrm>
            <a:off x="4064000" y="2367171"/>
            <a:ext cx="4064000" cy="21236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 rtl="0"/>
            <a:r>
              <a:rPr lang="en-US" sz="13800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2.xml"/><Relationship Id="rId26" Type="http://schemas.openxmlformats.org/officeDocument/2006/relationships/tags" Target="../tags/tag10.xml"/><Relationship Id="rId39" Type="http://schemas.openxmlformats.org/officeDocument/2006/relationships/image" Target="../media/image1.emf"/><Relationship Id="rId21" Type="http://schemas.openxmlformats.org/officeDocument/2006/relationships/tags" Target="../tags/tag5.xml"/><Relationship Id="rId34" Type="http://schemas.openxmlformats.org/officeDocument/2006/relationships/tags" Target="../tags/tag18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5" Type="http://schemas.openxmlformats.org/officeDocument/2006/relationships/tags" Target="../tags/tag9.xml"/><Relationship Id="rId33" Type="http://schemas.openxmlformats.org/officeDocument/2006/relationships/tags" Target="../tags/tag17.xml"/><Relationship Id="rId38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4.xml"/><Relationship Id="rId29" Type="http://schemas.openxmlformats.org/officeDocument/2006/relationships/tags" Target="../tags/tag1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8.xml"/><Relationship Id="rId32" Type="http://schemas.openxmlformats.org/officeDocument/2006/relationships/tags" Target="../tags/tag16.xml"/><Relationship Id="rId37" Type="http://schemas.openxmlformats.org/officeDocument/2006/relationships/tags" Target="../tags/tag21.xml"/><Relationship Id="rId40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7.xml"/><Relationship Id="rId28" Type="http://schemas.openxmlformats.org/officeDocument/2006/relationships/tags" Target="../tags/tag12.xml"/><Relationship Id="rId36" Type="http://schemas.openxmlformats.org/officeDocument/2006/relationships/tags" Target="../tags/tag20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3.xml"/><Relationship Id="rId31" Type="http://schemas.openxmlformats.org/officeDocument/2006/relationships/tags" Target="../tags/tag1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6.xml"/><Relationship Id="rId27" Type="http://schemas.openxmlformats.org/officeDocument/2006/relationships/tags" Target="../tags/tag11.xml"/><Relationship Id="rId30" Type="http://schemas.openxmlformats.org/officeDocument/2006/relationships/tags" Target="../tags/tag14.xml"/><Relationship Id="rId35" Type="http://schemas.openxmlformats.org/officeDocument/2006/relationships/tags" Target="../tags/tag19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9468524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8" imgW="413" imgH="416" progId="TCLayout.ActiveDocument.1">
                  <p:embed/>
                </p:oleObj>
              </mc:Choice>
              <mc:Fallback>
                <p:oleObj name="think-cell Slide" r:id="rId3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170" name="Grid" hidden="1">
            <a:extLst>
              <a:ext uri="{FF2B5EF4-FFF2-40B4-BE49-F238E27FC236}">
                <a16:creationId xmlns:a16="http://schemas.microsoft.com/office/drawing/2014/main" id="{3BBFEB30-B5C9-4D5C-9A82-066C6BF363E3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950B3518-D8B6-4062-A4CE-0C1A1A286FE1}"/>
                </a:ext>
              </a:extLst>
            </p:cNvPr>
            <p:cNvSpPr/>
            <p:nvPr userDrawn="1"/>
          </p:nvSpPr>
          <p:spPr bwMode="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EC45F528-EF91-4619-AF16-5D11F63D2FFC}"/>
                </a:ext>
              </a:extLst>
            </p:cNvPr>
            <p:cNvSpPr/>
            <p:nvPr/>
          </p:nvSpPr>
          <p:spPr bwMode="gray">
            <a:xfrm>
              <a:off x="1524" y="0"/>
              <a:ext cx="12188952" cy="6858000"/>
            </a:xfrm>
            <a:custGeom>
              <a:avLst/>
              <a:gdLst>
                <a:gd name="connsiteX0" fmla="*/ 553212 w 12188952"/>
                <a:gd name="connsiteY0" fmla="*/ 1405610 h 6858000"/>
                <a:gd name="connsiteX1" fmla="*/ 553212 w 12188952"/>
                <a:gd name="connsiteY1" fmla="*/ 1709928 h 6858000"/>
                <a:gd name="connsiteX2" fmla="*/ 551868 w 12188952"/>
                <a:gd name="connsiteY2" fmla="*/ 1709928 h 6858000"/>
                <a:gd name="connsiteX3" fmla="*/ 551868 w 12188952"/>
                <a:gd name="connsiteY3" fmla="*/ 6217920 h 6858000"/>
                <a:gd name="connsiteX4" fmla="*/ 553212 w 12188952"/>
                <a:gd name="connsiteY4" fmla="*/ 6217920 h 6858000"/>
                <a:gd name="connsiteX5" fmla="*/ 11635740 w 12188952"/>
                <a:gd name="connsiteY5" fmla="*/ 6217920 h 6858000"/>
                <a:gd name="connsiteX6" fmla="*/ 11636196 w 12188952"/>
                <a:gd name="connsiteY6" fmla="*/ 6217920 h 6858000"/>
                <a:gd name="connsiteX7" fmla="*/ 11636196 w 12188952"/>
                <a:gd name="connsiteY7" fmla="*/ 1709928 h 6858000"/>
                <a:gd name="connsiteX8" fmla="*/ 11635740 w 12188952"/>
                <a:gd name="connsiteY8" fmla="*/ 1709928 h 6858000"/>
                <a:gd name="connsiteX9" fmla="*/ 11635740 w 12188952"/>
                <a:gd name="connsiteY9" fmla="*/ 1405610 h 6858000"/>
                <a:gd name="connsiteX10" fmla="*/ 0 w 12188952"/>
                <a:gd name="connsiteY10" fmla="*/ 0 h 6858000"/>
                <a:gd name="connsiteX11" fmla="*/ 12188952 w 12188952"/>
                <a:gd name="connsiteY11" fmla="*/ 0 h 6858000"/>
                <a:gd name="connsiteX12" fmla="*/ 12188952 w 12188952"/>
                <a:gd name="connsiteY12" fmla="*/ 6858000 h 6858000"/>
                <a:gd name="connsiteX13" fmla="*/ 0 w 12188952"/>
                <a:gd name="connsiteY1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88952" h="6858000">
                  <a:moveTo>
                    <a:pt x="553212" y="1405610"/>
                  </a:moveTo>
                  <a:lnTo>
                    <a:pt x="553212" y="1709928"/>
                  </a:lnTo>
                  <a:lnTo>
                    <a:pt x="551868" y="1709928"/>
                  </a:lnTo>
                  <a:lnTo>
                    <a:pt x="551868" y="6217920"/>
                  </a:lnTo>
                  <a:lnTo>
                    <a:pt x="553212" y="6217920"/>
                  </a:lnTo>
                  <a:lnTo>
                    <a:pt x="11635740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lnTo>
                    <a:pt x="11635740" y="1709928"/>
                  </a:lnTo>
                  <a:lnTo>
                    <a:pt x="11635740" y="1405610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rtl="0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77ABF7BA-0428-4141-8351-03A2727DECBD}"/>
                </a:ext>
              </a:extLst>
            </p:cNvPr>
            <p:cNvCxnSpPr/>
            <p:nvPr/>
          </p:nvCxnSpPr>
          <p:spPr bwMode="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94EB93D9-2FE5-4212-8DB4-7A0327E33766}"/>
                </a:ext>
              </a:extLst>
            </p:cNvPr>
            <p:cNvCxnSpPr/>
            <p:nvPr/>
          </p:nvCxnSpPr>
          <p:spPr bwMode="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C2F34081-E688-4287-A553-264328F1E1E1}"/>
                </a:ext>
              </a:extLst>
            </p:cNvPr>
            <p:cNvCxnSpPr/>
            <p:nvPr/>
          </p:nvCxnSpPr>
          <p:spPr bwMode="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6868CDEE-044B-4D04-A5D3-6A526BE51179}"/>
                </a:ext>
              </a:extLst>
            </p:cNvPr>
            <p:cNvCxnSpPr/>
            <p:nvPr/>
          </p:nvCxnSpPr>
          <p:spPr bwMode="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0100C653-5CFA-4B3C-BD97-47499B419B53}"/>
                </a:ext>
              </a:extLst>
            </p:cNvPr>
            <p:cNvCxnSpPr/>
            <p:nvPr/>
          </p:nvCxnSpPr>
          <p:spPr bwMode="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F21F5AB2-1154-4ACD-832F-CB2539EE783F}"/>
                </a:ext>
              </a:extLst>
            </p:cNvPr>
            <p:cNvCxnSpPr/>
            <p:nvPr/>
          </p:nvCxnSpPr>
          <p:spPr bwMode="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466910D2-AFA9-4FD1-8D04-D99BB3645452}"/>
                </a:ext>
              </a:extLst>
            </p:cNvPr>
            <p:cNvCxnSpPr/>
            <p:nvPr/>
          </p:nvCxnSpPr>
          <p:spPr bwMode="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1769A11B-0399-4716-A212-6F179313A427}"/>
                </a:ext>
              </a:extLst>
            </p:cNvPr>
            <p:cNvCxnSpPr/>
            <p:nvPr/>
          </p:nvCxnSpPr>
          <p:spPr bwMode="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2CB3272D-021B-49B8-92A5-D1DEB3202AE0}"/>
                </a:ext>
              </a:extLst>
            </p:cNvPr>
            <p:cNvCxnSpPr/>
            <p:nvPr/>
          </p:nvCxnSpPr>
          <p:spPr bwMode="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61701AE9-04C5-4AD4-8DEE-873680FD231F}"/>
                </a:ext>
              </a:extLst>
            </p:cNvPr>
            <p:cNvCxnSpPr/>
            <p:nvPr/>
          </p:nvCxnSpPr>
          <p:spPr bwMode="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4050D91B-89C3-45DE-BE0C-1430E2BE6F4B}"/>
                </a:ext>
              </a:extLst>
            </p:cNvPr>
            <p:cNvCxnSpPr/>
            <p:nvPr/>
          </p:nvCxnSpPr>
          <p:spPr bwMode="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68E5EF5D-0D94-4FCE-8BE2-F0790F7B1879}"/>
                </a:ext>
              </a:extLst>
            </p:cNvPr>
            <p:cNvCxnSpPr/>
            <p:nvPr/>
          </p:nvCxnSpPr>
          <p:spPr bwMode="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205F8351-710E-49E9-A523-EA0755B417C5}"/>
                </a:ext>
              </a:extLst>
            </p:cNvPr>
            <p:cNvSpPr/>
            <p:nvPr/>
          </p:nvSpPr>
          <p:spPr bwMode="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7C1C31B-A122-4A09-9500-27B0684B272F}"/>
                </a:ext>
              </a:extLst>
            </p:cNvPr>
            <p:cNvSpPr/>
            <p:nvPr/>
          </p:nvSpPr>
          <p:spPr bwMode="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7DF86859-7D4B-4DA1-91AA-0992644F5903}"/>
                </a:ext>
              </a:extLst>
            </p:cNvPr>
            <p:cNvSpPr/>
            <p:nvPr/>
          </p:nvSpPr>
          <p:spPr bwMode="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3DC3E9CA-569C-4414-A75A-C805A4A40B64}"/>
                </a:ext>
              </a:extLst>
            </p:cNvPr>
            <p:cNvSpPr/>
            <p:nvPr/>
          </p:nvSpPr>
          <p:spPr bwMode="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B532C466-D8D3-43AC-995C-2B54885AC096}"/>
                </a:ext>
              </a:extLst>
            </p:cNvPr>
            <p:cNvSpPr/>
            <p:nvPr/>
          </p:nvSpPr>
          <p:spPr bwMode="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B0920AE1-B909-471F-9E77-7C3A31509F84}"/>
                </a:ext>
              </a:extLst>
            </p:cNvPr>
            <p:cNvSpPr/>
            <p:nvPr/>
          </p:nvSpPr>
          <p:spPr bwMode="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A1E8190-F3C6-4BF7-97E3-90F3FC84746E}"/>
                </a:ext>
              </a:extLst>
            </p:cNvPr>
            <p:cNvSpPr/>
            <p:nvPr/>
          </p:nvSpPr>
          <p:spPr bwMode="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33B1FC28-C9D6-4928-BCCE-9873C7DEEFDE}"/>
                </a:ext>
              </a:extLst>
            </p:cNvPr>
            <p:cNvSpPr/>
            <p:nvPr/>
          </p:nvSpPr>
          <p:spPr bwMode="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3C9C1F2-E745-44A5-AEA3-9DE0D69F2B15}"/>
                </a:ext>
              </a:extLst>
            </p:cNvPr>
            <p:cNvSpPr/>
            <p:nvPr/>
          </p:nvSpPr>
          <p:spPr bwMode="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3F7DB9B8-09EF-46A7-9839-EE0FA8E11651}"/>
                </a:ext>
              </a:extLst>
            </p:cNvPr>
            <p:cNvSpPr/>
            <p:nvPr/>
          </p:nvSpPr>
          <p:spPr bwMode="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59DC929-939A-40DF-96D2-82427AD8E191}"/>
                </a:ext>
              </a:extLst>
            </p:cNvPr>
            <p:cNvSpPr/>
            <p:nvPr/>
          </p:nvSpPr>
          <p:spPr bwMode="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71E475EA-3BCA-4BD2-9129-0A15F92784B0}"/>
                </a:ext>
              </a:extLst>
            </p:cNvPr>
            <p:cNvSpPr/>
            <p:nvPr/>
          </p:nvSpPr>
          <p:spPr bwMode="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B58358D8-4286-4ED9-A0FF-82879D8C9183}"/>
                </a:ext>
              </a:extLst>
            </p:cNvPr>
            <p:cNvSpPr/>
            <p:nvPr/>
          </p:nvSpPr>
          <p:spPr bwMode="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07E8672D-5A21-4EE8-8FA5-FBB35E3AF6F8}"/>
                </a:ext>
              </a:extLst>
            </p:cNvPr>
            <p:cNvSpPr/>
            <p:nvPr/>
          </p:nvSpPr>
          <p:spPr bwMode="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FA059A59-9BBE-4F86-862A-48E139D1EE64}"/>
                </a:ext>
              </a:extLst>
            </p:cNvPr>
            <p:cNvSpPr/>
            <p:nvPr userDrawn="1"/>
          </p:nvSpPr>
          <p:spPr bwMode="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55CF5402-4FC2-4420-ABC5-BBFA3EA9D203}"/>
                </a:ext>
              </a:extLst>
            </p:cNvPr>
            <p:cNvSpPr/>
            <p:nvPr userDrawn="1"/>
          </p:nvSpPr>
          <p:spPr bwMode="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10BB1258-8102-4E47-BE2F-816FBB6BA408}"/>
                </a:ext>
              </a:extLst>
            </p:cNvPr>
            <p:cNvSpPr/>
            <p:nvPr userDrawn="1"/>
          </p:nvSpPr>
          <p:spPr bwMode="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B270BD53-6742-47F1-853C-FA770237F3FD}"/>
                </a:ext>
              </a:extLst>
            </p:cNvPr>
            <p:cNvSpPr/>
            <p:nvPr userDrawn="1"/>
          </p:nvSpPr>
          <p:spPr bwMode="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95B319-4702-4CD9-838C-C0612B6879BC}"/>
                </a:ext>
              </a:extLst>
            </p:cNvPr>
            <p:cNvSpPr/>
            <p:nvPr userDrawn="1"/>
          </p:nvSpPr>
          <p:spPr bwMode="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AE5E70F1-247D-4F01-A473-C5A9226BCADC}"/>
                </a:ext>
              </a:extLst>
            </p:cNvPr>
            <p:cNvSpPr/>
            <p:nvPr userDrawn="1"/>
          </p:nvSpPr>
          <p:spPr bwMode="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732858E4-B133-4A91-9BCA-BF80F093194A}"/>
                </a:ext>
              </a:extLst>
            </p:cNvPr>
            <p:cNvSpPr/>
            <p:nvPr userDrawn="1"/>
          </p:nvSpPr>
          <p:spPr bwMode="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027DED92-EF7A-4687-A1A4-BDAA2F1EAF12}"/>
                </a:ext>
              </a:extLst>
            </p:cNvPr>
            <p:cNvSpPr/>
            <p:nvPr userDrawn="1"/>
          </p:nvSpPr>
          <p:spPr bwMode="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53D72483-35F2-49AC-989D-0E1BC8456803}"/>
                </a:ext>
              </a:extLst>
            </p:cNvPr>
            <p:cNvSpPr/>
            <p:nvPr userDrawn="1"/>
          </p:nvSpPr>
          <p:spPr bwMode="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2DD2F54E-53A3-49F6-905E-B0F8E1348C8E}"/>
                </a:ext>
              </a:extLst>
            </p:cNvPr>
            <p:cNvSpPr/>
            <p:nvPr userDrawn="1"/>
          </p:nvSpPr>
          <p:spPr bwMode="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557A01EE-7FB2-4BA0-B35A-2F95546E4624}"/>
                </a:ext>
              </a:extLst>
            </p:cNvPr>
            <p:cNvCxnSpPr/>
            <p:nvPr userDrawn="1"/>
          </p:nvCxnSpPr>
          <p:spPr bwMode="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7FC1C45B-2B29-4A42-8D4B-721F68CA1348}"/>
                </a:ext>
              </a:extLst>
            </p:cNvPr>
            <p:cNvCxnSpPr/>
            <p:nvPr userDrawn="1"/>
          </p:nvCxnSpPr>
          <p:spPr bwMode="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B1A27E92-9270-4990-A7E0-13762B5DCF31}"/>
                </a:ext>
              </a:extLst>
            </p:cNvPr>
            <p:cNvCxnSpPr/>
            <p:nvPr userDrawn="1"/>
          </p:nvCxnSpPr>
          <p:spPr bwMode="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9F46154D-791B-4F7D-8E1C-E15CD03A29AA}"/>
                </a:ext>
              </a:extLst>
            </p:cNvPr>
            <p:cNvCxnSpPr/>
            <p:nvPr userDrawn="1"/>
          </p:nvCxnSpPr>
          <p:spPr bwMode="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C9B4B757-25C9-484E-A4FE-A49FBA3319A4}"/>
                </a:ext>
              </a:extLst>
            </p:cNvPr>
            <p:cNvCxnSpPr/>
            <p:nvPr userDrawn="1"/>
          </p:nvCxnSpPr>
          <p:spPr bwMode="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5535B4E-91AD-45A5-B3C9-3699892DFD15}"/>
                </a:ext>
              </a:extLst>
            </p:cNvPr>
            <p:cNvCxnSpPr/>
            <p:nvPr userDrawn="1"/>
          </p:nvCxnSpPr>
          <p:spPr bwMode="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BB8DA04A-5D80-45BB-8266-4A4ECB242742}"/>
                </a:ext>
              </a:extLst>
            </p:cNvPr>
            <p:cNvCxnSpPr/>
            <p:nvPr userDrawn="1"/>
          </p:nvCxnSpPr>
          <p:spPr bwMode="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E5E52966-F7BC-421A-9050-FFBE6C9FDFFC}"/>
                </a:ext>
              </a:extLst>
            </p:cNvPr>
            <p:cNvCxnSpPr/>
            <p:nvPr userDrawn="1"/>
          </p:nvCxnSpPr>
          <p:spPr bwMode="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27183FD6-ADDC-4DBA-AD69-7D5A08920C83}"/>
                </a:ext>
              </a:extLst>
            </p:cNvPr>
            <p:cNvCxnSpPr/>
            <p:nvPr userDrawn="1"/>
          </p:nvCxnSpPr>
          <p:spPr bwMode="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3B1C3B52-250A-482D-AE65-9AAC3A76868D}"/>
                </a:ext>
              </a:extLst>
            </p:cNvPr>
            <p:cNvCxnSpPr/>
            <p:nvPr userDrawn="1"/>
          </p:nvCxnSpPr>
          <p:spPr bwMode="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3AB6E369-DE4F-4AA3-9B2B-FD9286DC14EB}"/>
                </a:ext>
              </a:extLst>
            </p:cNvPr>
            <p:cNvCxnSpPr/>
            <p:nvPr userDrawn="1"/>
          </p:nvCxnSpPr>
          <p:spPr bwMode="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02D96B38-98DE-4984-BD84-08887A144206}"/>
                </a:ext>
              </a:extLst>
            </p:cNvPr>
            <p:cNvCxnSpPr/>
            <p:nvPr userDrawn="1"/>
          </p:nvCxnSpPr>
          <p:spPr bwMode="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2A47B8B7-112A-4075-B20A-90A845CE256B}"/>
                </a:ext>
              </a:extLst>
            </p:cNvPr>
            <p:cNvCxnSpPr/>
            <p:nvPr userDrawn="1"/>
          </p:nvCxnSpPr>
          <p:spPr bwMode="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0FEBE3CB-E087-4212-96D5-920E5C903EF2}"/>
                </a:ext>
              </a:extLst>
            </p:cNvPr>
            <p:cNvCxnSpPr/>
            <p:nvPr userDrawn="1"/>
          </p:nvCxnSpPr>
          <p:spPr bwMode="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3686B76C-7301-4C4A-B5BE-0AFF241FAEB0}"/>
                </a:ext>
              </a:extLst>
            </p:cNvPr>
            <p:cNvCxnSpPr/>
            <p:nvPr userDrawn="1"/>
          </p:nvCxnSpPr>
          <p:spPr bwMode="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2B029B6E-808D-40CF-A2D1-AADA131A0D00}"/>
                </a:ext>
              </a:extLst>
            </p:cNvPr>
            <p:cNvCxnSpPr/>
            <p:nvPr userDrawn="1"/>
          </p:nvCxnSpPr>
          <p:spPr bwMode="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8705E053-FBF3-4534-A74B-EC16CC92EE77}"/>
                </a:ext>
              </a:extLst>
            </p:cNvPr>
            <p:cNvCxnSpPr/>
            <p:nvPr userDrawn="1"/>
          </p:nvCxnSpPr>
          <p:spPr bwMode="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BE0E44BE-C4B0-46A9-A59B-A43157B927C1}"/>
                </a:ext>
              </a:extLst>
            </p:cNvPr>
            <p:cNvCxnSpPr/>
            <p:nvPr userDrawn="1"/>
          </p:nvCxnSpPr>
          <p:spPr bwMode="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9B09A95B-D404-461F-A093-7C895E3A741F}"/>
                </a:ext>
              </a:extLst>
            </p:cNvPr>
            <p:cNvCxnSpPr/>
            <p:nvPr userDrawn="1"/>
          </p:nvCxnSpPr>
          <p:spPr bwMode="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A79A7095-2656-44EB-B0A3-4271C7264720}"/>
                </a:ext>
              </a:extLst>
            </p:cNvPr>
            <p:cNvCxnSpPr/>
            <p:nvPr userDrawn="1"/>
          </p:nvCxnSpPr>
          <p:spPr bwMode="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A4BC595-5B69-4C71-A5EC-2940C48186D2}"/>
                </a:ext>
              </a:extLst>
            </p:cNvPr>
            <p:cNvCxnSpPr/>
            <p:nvPr userDrawn="1"/>
          </p:nvCxnSpPr>
          <p:spPr bwMode="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97474A32-631C-4FA8-B250-D9C17610DA92}"/>
                </a:ext>
              </a:extLst>
            </p:cNvPr>
            <p:cNvCxnSpPr/>
            <p:nvPr userDrawn="1"/>
          </p:nvCxnSpPr>
          <p:spPr bwMode="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4FA397D1-2FFD-4719-93E4-17828F08EC1D}"/>
                </a:ext>
              </a:extLst>
            </p:cNvPr>
            <p:cNvCxnSpPr/>
            <p:nvPr userDrawn="1"/>
          </p:nvCxnSpPr>
          <p:spPr bwMode="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12CDBCAF-60C0-40A4-97EA-7B190F17D13D}"/>
                </a:ext>
              </a:extLst>
            </p:cNvPr>
            <p:cNvCxnSpPr/>
            <p:nvPr userDrawn="1"/>
          </p:nvCxnSpPr>
          <p:spPr bwMode="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88614279-F6F1-4779-A908-BEF080C471AB}"/>
                </a:ext>
              </a:extLst>
            </p:cNvPr>
            <p:cNvCxnSpPr/>
            <p:nvPr userDrawn="1"/>
          </p:nvCxnSpPr>
          <p:spPr bwMode="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D77A8DFC-FE4B-4B06-8AEF-607F9AEE764E}"/>
                </a:ext>
              </a:extLst>
            </p:cNvPr>
            <p:cNvCxnSpPr/>
            <p:nvPr userDrawn="1"/>
          </p:nvCxnSpPr>
          <p:spPr bwMode="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42E819A-5DA8-4032-B3EB-D10DC14D6C84}"/>
                </a:ext>
              </a:extLst>
            </p:cNvPr>
            <p:cNvCxnSpPr/>
            <p:nvPr userDrawn="1"/>
          </p:nvCxnSpPr>
          <p:spPr bwMode="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1912236D-CA1F-4315-989A-12010EB46505}"/>
                </a:ext>
              </a:extLst>
            </p:cNvPr>
            <p:cNvCxnSpPr/>
            <p:nvPr userDrawn="1"/>
          </p:nvCxnSpPr>
          <p:spPr bwMode="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44ED2ACF-C68A-42CC-A632-CD03AB2544F3}"/>
                </a:ext>
              </a:extLst>
            </p:cNvPr>
            <p:cNvCxnSpPr/>
            <p:nvPr userDrawn="1"/>
          </p:nvCxnSpPr>
          <p:spPr bwMode="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4A8F039F-D473-4D39-8AC6-81810B219B3E}"/>
                </a:ext>
              </a:extLst>
            </p:cNvPr>
            <p:cNvCxnSpPr/>
            <p:nvPr userDrawn="1"/>
          </p:nvCxnSpPr>
          <p:spPr bwMode="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BA241E12-AAE1-45D8-9D67-A8007269A3E0}"/>
                </a:ext>
              </a:extLst>
            </p:cNvPr>
            <p:cNvCxnSpPr/>
            <p:nvPr userDrawn="1"/>
          </p:nvCxnSpPr>
          <p:spPr bwMode="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B3D829D9-0D54-4FB5-9FD5-512316CE5897}"/>
                </a:ext>
              </a:extLst>
            </p:cNvPr>
            <p:cNvCxnSpPr/>
            <p:nvPr userDrawn="1"/>
          </p:nvCxnSpPr>
          <p:spPr bwMode="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6DCAEE40-53ED-4281-A3F1-ACB0AA93B7BD}"/>
                </a:ext>
              </a:extLst>
            </p:cNvPr>
            <p:cNvCxnSpPr/>
            <p:nvPr userDrawn="1"/>
          </p:nvCxnSpPr>
          <p:spPr bwMode="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716D3477-104A-45EC-ABA6-46CC43BAB1CA}"/>
                </a:ext>
              </a:extLst>
            </p:cNvPr>
            <p:cNvCxnSpPr/>
            <p:nvPr userDrawn="1"/>
          </p:nvCxnSpPr>
          <p:spPr bwMode="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5EC7B04-40CF-4499-BF37-9874AB2E42BC}"/>
                </a:ext>
              </a:extLst>
            </p:cNvPr>
            <p:cNvCxnSpPr/>
            <p:nvPr userDrawn="1"/>
          </p:nvCxnSpPr>
          <p:spPr bwMode="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A1B7D422-DF11-439B-AA7B-5AE071A4C7DC}"/>
                </a:ext>
              </a:extLst>
            </p:cNvPr>
            <p:cNvCxnSpPr/>
            <p:nvPr userDrawn="1"/>
          </p:nvCxnSpPr>
          <p:spPr bwMode="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21103B97-22A5-4A41-A8B4-4FBC1AB3251F}"/>
                </a:ext>
              </a:extLst>
            </p:cNvPr>
            <p:cNvCxnSpPr/>
            <p:nvPr userDrawn="1"/>
          </p:nvCxnSpPr>
          <p:spPr bwMode="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706654E2-EE76-422E-8306-19CDD004E451}"/>
                </a:ext>
              </a:extLst>
            </p:cNvPr>
            <p:cNvCxnSpPr/>
            <p:nvPr userDrawn="1"/>
          </p:nvCxnSpPr>
          <p:spPr bwMode="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61A46DB1-E3F1-48B8-8CD6-686C08337E3D}"/>
                </a:ext>
              </a:extLst>
            </p:cNvPr>
            <p:cNvCxnSpPr/>
            <p:nvPr userDrawn="1"/>
          </p:nvCxnSpPr>
          <p:spPr bwMode="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C7EB58E3-EE98-4C63-A5FA-31A1F31261BD}"/>
                </a:ext>
              </a:extLst>
            </p:cNvPr>
            <p:cNvCxnSpPr/>
            <p:nvPr userDrawn="1"/>
          </p:nvCxnSpPr>
          <p:spPr bwMode="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FDF83986-66A6-442D-9688-89B353D5848C}"/>
                </a:ext>
              </a:extLst>
            </p:cNvPr>
            <p:cNvCxnSpPr/>
            <p:nvPr userDrawn="1"/>
          </p:nvCxnSpPr>
          <p:spPr bwMode="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AC32EE19-D046-4DA8-83C8-C7090C2032B7}"/>
                </a:ext>
              </a:extLst>
            </p:cNvPr>
            <p:cNvCxnSpPr/>
            <p:nvPr userDrawn="1"/>
          </p:nvCxnSpPr>
          <p:spPr bwMode="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AE9073FA-D009-4B43-AE1C-76B2371EDB72}"/>
                </a:ext>
              </a:extLst>
            </p:cNvPr>
            <p:cNvCxnSpPr/>
            <p:nvPr userDrawn="1"/>
          </p:nvCxnSpPr>
          <p:spPr bwMode="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37EEEBC-9035-46B4-859D-8637EB5F71E7}"/>
                </a:ext>
              </a:extLst>
            </p:cNvPr>
            <p:cNvCxnSpPr/>
            <p:nvPr userDrawn="1"/>
          </p:nvCxnSpPr>
          <p:spPr bwMode="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main body box">
              <a:extLst>
                <a:ext uri="{FF2B5EF4-FFF2-40B4-BE49-F238E27FC236}">
                  <a16:creationId xmlns:a16="http://schemas.microsoft.com/office/drawing/2014/main" id="{5A4E68D2-98C2-4107-A058-DD36C69DD1BD}"/>
                </a:ext>
              </a:extLst>
            </p:cNvPr>
            <p:cNvSpPr/>
            <p:nvPr userDrawn="1"/>
          </p:nvSpPr>
          <p:spPr bwMode="gray">
            <a:xfrm>
              <a:off x="554736" y="1405610"/>
              <a:ext cx="11082528" cy="481231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CD320E2E-9A90-4FBD-95ED-547D38976E3C}"/>
                </a:ext>
              </a:extLst>
            </p:cNvPr>
            <p:cNvCxnSpPr/>
            <p:nvPr userDrawn="1"/>
          </p:nvCxnSpPr>
          <p:spPr bwMode="gray">
            <a:xfrm>
              <a:off x="554736" y="186537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70454B89-8DFA-4EF3-83A9-38CF648F4CD1}"/>
                </a:ext>
              </a:extLst>
            </p:cNvPr>
            <p:cNvCxnSpPr/>
            <p:nvPr userDrawn="1"/>
          </p:nvCxnSpPr>
          <p:spPr bwMode="gray">
            <a:xfrm>
              <a:off x="554736" y="1408557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20"/>
            </p:custDataLst>
          </p:nvPr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554737" y="172212"/>
            <a:ext cx="1046987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2"/>
            </p:custDataLst>
          </p:nvPr>
        </p:nvSpPr>
        <p:spPr>
          <a:xfrm>
            <a:off x="5987738" y="2170800"/>
            <a:ext cx="3049253" cy="5693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Above Chart Exhibit Title</a:t>
            </a:r>
          </a:p>
          <a:p>
            <a:pPr lvl="0"/>
            <a:r>
              <a:rPr lang="en-US" b="0" dirty="0"/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484655" cy="1631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5" name="Sticker" hidden="1">
            <a:extLst>
              <a:ext uri="{FF2B5EF4-FFF2-40B4-BE49-F238E27FC236}">
                <a16:creationId xmlns:a16="http://schemas.microsoft.com/office/drawing/2014/main" id="{97ED2832-F2D3-4BBC-B741-D13502E9DAA9}"/>
              </a:ext>
            </a:extLst>
          </p:cNvPr>
          <p:cNvSpPr txBox="1"/>
          <p:nvPr userDrawn="1"/>
        </p:nvSpPr>
        <p:spPr>
          <a:xfrm>
            <a:off x="558489" y="964729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/>
              <a:t>STICKER</a:t>
            </a:r>
          </a:p>
        </p:txBody>
      </p:sp>
      <p:grpSp>
        <p:nvGrpSpPr>
          <p:cNvPr id="6" name="LegendLines" hidden="1">
            <a:extLst>
              <a:ext uri="{FF2B5EF4-FFF2-40B4-BE49-F238E27FC236}">
                <a16:creationId xmlns:a16="http://schemas.microsoft.com/office/drawing/2014/main" id="{8B9D67DE-8A78-75E3-A2F0-5C3D4268B295}"/>
              </a:ext>
            </a:extLst>
          </p:cNvPr>
          <p:cNvGrpSpPr/>
          <p:nvPr userDrawn="1"/>
        </p:nvGrpSpPr>
        <p:grpSpPr>
          <a:xfrm>
            <a:off x="10317304" y="3355023"/>
            <a:ext cx="1319960" cy="958286"/>
            <a:chOff x="10162879" y="3243772"/>
            <a:chExt cx="1319960" cy="958286"/>
          </a:xfrm>
        </p:grpSpPr>
        <p:sp>
          <p:nvSpPr>
            <p:cNvPr id="7" name="Legend1" hidden="1">
              <a:extLst>
                <a:ext uri="{FF2B5EF4-FFF2-40B4-BE49-F238E27FC236}">
                  <a16:creationId xmlns:a16="http://schemas.microsoft.com/office/drawing/2014/main" id="{1815C4C1-0555-4D03-809D-AD294DDF847A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2" hidden="1">
              <a:extLst>
                <a:ext uri="{FF2B5EF4-FFF2-40B4-BE49-F238E27FC236}">
                  <a16:creationId xmlns:a16="http://schemas.microsoft.com/office/drawing/2014/main" id="{EB14A30C-CAEB-3E4A-55BC-BA60D567F589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3" hidden="1">
              <a:extLst>
                <a:ext uri="{FF2B5EF4-FFF2-40B4-BE49-F238E27FC236}">
                  <a16:creationId xmlns:a16="http://schemas.microsoft.com/office/drawing/2014/main" id="{6861EF19-E65D-F0A1-F4B8-575F7DB025B1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0" name="LineLegend3" hidden="1">
              <a:extLst>
                <a:ext uri="{FF2B5EF4-FFF2-40B4-BE49-F238E27FC236}">
                  <a16:creationId xmlns:a16="http://schemas.microsoft.com/office/drawing/2014/main" id="{7FF4AFFB-9547-7BD8-B5BB-549101A5A43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 dirty="0">
                <a:ea typeface="+mn-ea"/>
              </a:endParaRPr>
            </a:p>
          </p:txBody>
        </p:sp>
        <p:sp>
          <p:nvSpPr>
            <p:cNvPr id="11" name="LineLegend2" hidden="1">
              <a:extLst>
                <a:ext uri="{FF2B5EF4-FFF2-40B4-BE49-F238E27FC236}">
                  <a16:creationId xmlns:a16="http://schemas.microsoft.com/office/drawing/2014/main" id="{2E2B22F9-DA5E-69BA-AF0F-F843E610D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 dirty="0">
                <a:ea typeface="+mn-ea"/>
              </a:endParaRPr>
            </a:p>
          </p:txBody>
        </p:sp>
        <p:sp>
          <p:nvSpPr>
            <p:cNvPr id="12" name="LineLegend1" hidden="1">
              <a:extLst>
                <a:ext uri="{FF2B5EF4-FFF2-40B4-BE49-F238E27FC236}">
                  <a16:creationId xmlns:a16="http://schemas.microsoft.com/office/drawing/2014/main" id="{D6546B83-B7C5-9AAC-0EFD-A16B29759E2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 dirty="0">
                <a:ea typeface="+mn-ea"/>
              </a:endParaRPr>
            </a:p>
          </p:txBody>
        </p:sp>
      </p:grpSp>
      <p:grpSp>
        <p:nvGrpSpPr>
          <p:cNvPr id="13" name="LegendMoons" hidden="1">
            <a:extLst>
              <a:ext uri="{FF2B5EF4-FFF2-40B4-BE49-F238E27FC236}">
                <a16:creationId xmlns:a16="http://schemas.microsoft.com/office/drawing/2014/main" id="{4F9AFE58-805E-598C-BED4-820A5D83133D}"/>
              </a:ext>
            </a:extLst>
          </p:cNvPr>
          <p:cNvGrpSpPr/>
          <p:nvPr userDrawn="1"/>
        </p:nvGrpSpPr>
        <p:grpSpPr>
          <a:xfrm>
            <a:off x="10688315" y="1415983"/>
            <a:ext cx="948949" cy="1731859"/>
            <a:chOff x="7723680" y="1702457"/>
            <a:chExt cx="948949" cy="1731859"/>
          </a:xfrm>
        </p:grpSpPr>
        <p:sp>
          <p:nvSpPr>
            <p:cNvPr id="14" name="Legend1" hidden="1">
              <a:extLst>
                <a:ext uri="{FF2B5EF4-FFF2-40B4-BE49-F238E27FC236}">
                  <a16:creationId xmlns:a16="http://schemas.microsoft.com/office/drawing/2014/main" id="{0E2B5C85-7661-5962-BBEB-E667AA6BA8B9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" name="Legend2" hidden="1">
              <a:extLst>
                <a:ext uri="{FF2B5EF4-FFF2-40B4-BE49-F238E27FC236}">
                  <a16:creationId xmlns:a16="http://schemas.microsoft.com/office/drawing/2014/main" id="{F0A7D95A-EDF4-B336-E045-545E7CD0FBCC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" name="Legend3" hidden="1">
              <a:extLst>
                <a:ext uri="{FF2B5EF4-FFF2-40B4-BE49-F238E27FC236}">
                  <a16:creationId xmlns:a16="http://schemas.microsoft.com/office/drawing/2014/main" id="{AC2FF911-55DD-8E96-4E9C-7D0827CEACD6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" name="Legend4" hidden="1">
              <a:extLst>
                <a:ext uri="{FF2B5EF4-FFF2-40B4-BE49-F238E27FC236}">
                  <a16:creationId xmlns:a16="http://schemas.microsoft.com/office/drawing/2014/main" id="{18739268-E554-1CD1-38A0-CD6F2FC0CC46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" name="Legend5" hidden="1">
              <a:extLst>
                <a:ext uri="{FF2B5EF4-FFF2-40B4-BE49-F238E27FC236}">
                  <a16:creationId xmlns:a16="http://schemas.microsoft.com/office/drawing/2014/main" id="{28ABD776-9CDD-E80F-99CA-B64A67516425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20" name="MoonLegend1" hidden="1">
              <a:extLst>
                <a:ext uri="{FF2B5EF4-FFF2-40B4-BE49-F238E27FC236}">
                  <a16:creationId xmlns:a16="http://schemas.microsoft.com/office/drawing/2014/main" id="{B2BE1954-684F-978D-7A8C-3CCAA404E91F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33" name="Oval 32" hidden="1">
                <a:extLst>
                  <a:ext uri="{FF2B5EF4-FFF2-40B4-BE49-F238E27FC236}">
                    <a16:creationId xmlns:a16="http://schemas.microsoft.com/office/drawing/2014/main" id="{C62686AF-1436-0173-97B1-84E1DA44F488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Arc 33" hidden="1">
                <a:extLst>
                  <a:ext uri="{FF2B5EF4-FFF2-40B4-BE49-F238E27FC236}">
                    <a16:creationId xmlns:a16="http://schemas.microsoft.com/office/drawing/2014/main" id="{F4B3E7C9-A63D-F58B-1C06-BDDE92AD0291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21" name="MoonLegend2" hidden="1">
              <a:extLst>
                <a:ext uri="{FF2B5EF4-FFF2-40B4-BE49-F238E27FC236}">
                  <a16:creationId xmlns:a16="http://schemas.microsoft.com/office/drawing/2014/main" id="{358F4A1A-7128-86E9-CD4F-21A98C5DF3E6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31" name="Oval 30" hidden="1">
                <a:extLst>
                  <a:ext uri="{FF2B5EF4-FFF2-40B4-BE49-F238E27FC236}">
                    <a16:creationId xmlns:a16="http://schemas.microsoft.com/office/drawing/2014/main" id="{CB3F669B-6F1D-86E9-25CB-5164763192C6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Arc 31" hidden="1">
                <a:extLst>
                  <a:ext uri="{FF2B5EF4-FFF2-40B4-BE49-F238E27FC236}">
                    <a16:creationId xmlns:a16="http://schemas.microsoft.com/office/drawing/2014/main" id="{34F620A3-FD02-6997-1D75-FDD1C440B617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22" name="MoonLegend3" hidden="1">
              <a:extLst>
                <a:ext uri="{FF2B5EF4-FFF2-40B4-BE49-F238E27FC236}">
                  <a16:creationId xmlns:a16="http://schemas.microsoft.com/office/drawing/2014/main" id="{6F76D523-3F7E-0992-9DFD-858E6797C1E6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9" name="Oval 28" hidden="1">
                <a:extLst>
                  <a:ext uri="{FF2B5EF4-FFF2-40B4-BE49-F238E27FC236}">
                    <a16:creationId xmlns:a16="http://schemas.microsoft.com/office/drawing/2014/main" id="{4A8AFFC7-B52D-D7AC-5FA6-DA0E52A8B99E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Arc 29" hidden="1">
                <a:extLst>
                  <a:ext uri="{FF2B5EF4-FFF2-40B4-BE49-F238E27FC236}">
                    <a16:creationId xmlns:a16="http://schemas.microsoft.com/office/drawing/2014/main" id="{39DCA7B8-28BF-7FA7-1DC0-EF4838AC5656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23" name="MoonLegend4" hidden="1">
              <a:extLst>
                <a:ext uri="{FF2B5EF4-FFF2-40B4-BE49-F238E27FC236}">
                  <a16:creationId xmlns:a16="http://schemas.microsoft.com/office/drawing/2014/main" id="{2794A4E2-DE40-1317-8AFA-D7EA54F30F71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7" name="Oval 26" hidden="1">
                <a:extLst>
                  <a:ext uri="{FF2B5EF4-FFF2-40B4-BE49-F238E27FC236}">
                    <a16:creationId xmlns:a16="http://schemas.microsoft.com/office/drawing/2014/main" id="{4CD6348F-A699-3095-52C7-3450DB41AC72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Arc 27" hidden="1">
                <a:extLst>
                  <a:ext uri="{FF2B5EF4-FFF2-40B4-BE49-F238E27FC236}">
                    <a16:creationId xmlns:a16="http://schemas.microsoft.com/office/drawing/2014/main" id="{E1770A7C-F6B0-E483-55D4-4AE6C710AF44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grpSp>
          <p:nvGrpSpPr>
            <p:cNvPr id="24" name="MoonLegend5" hidden="1">
              <a:extLst>
                <a:ext uri="{FF2B5EF4-FFF2-40B4-BE49-F238E27FC236}">
                  <a16:creationId xmlns:a16="http://schemas.microsoft.com/office/drawing/2014/main" id="{A1D98B2C-A4C5-CB51-42A8-2B98BD787E4A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" name="Oval 24" hidden="1">
                <a:extLst>
                  <a:ext uri="{FF2B5EF4-FFF2-40B4-BE49-F238E27FC236}">
                    <a16:creationId xmlns:a16="http://schemas.microsoft.com/office/drawing/2014/main" id="{F0C738D3-2697-9660-B6FE-CBF1CEF8B088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Arc 25" hidden="1">
                <a:extLst>
                  <a:ext uri="{FF2B5EF4-FFF2-40B4-BE49-F238E27FC236}">
                    <a16:creationId xmlns:a16="http://schemas.microsoft.com/office/drawing/2014/main" id="{CE1E3FA3-DD41-9637-50DF-D326DC744E3C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</p:grpSp>
      <p:grpSp>
        <p:nvGrpSpPr>
          <p:cNvPr id="35" name="LegendBoxes" hidden="1">
            <a:extLst>
              <a:ext uri="{FF2B5EF4-FFF2-40B4-BE49-F238E27FC236}">
                <a16:creationId xmlns:a16="http://schemas.microsoft.com/office/drawing/2014/main" id="{1E79EDA0-422A-511C-4695-7A4856D3D318}"/>
              </a:ext>
            </a:extLst>
          </p:cNvPr>
          <p:cNvGrpSpPr/>
          <p:nvPr userDrawn="1"/>
        </p:nvGrpSpPr>
        <p:grpSpPr>
          <a:xfrm>
            <a:off x="10714801" y="4520490"/>
            <a:ext cx="922463" cy="1717282"/>
            <a:chOff x="10652400" y="4322824"/>
            <a:chExt cx="922463" cy="1717282"/>
          </a:xfrm>
        </p:grpSpPr>
        <p:sp>
          <p:nvSpPr>
            <p:cNvPr id="36" name="RectangleLegend1" hidden="1">
              <a:extLst>
                <a:ext uri="{FF2B5EF4-FFF2-40B4-BE49-F238E27FC236}">
                  <a16:creationId xmlns:a16="http://schemas.microsoft.com/office/drawing/2014/main" id="{D8666519-5C32-77E5-C599-42074886B78B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Legend2" hidden="1">
              <a:extLst>
                <a:ext uri="{FF2B5EF4-FFF2-40B4-BE49-F238E27FC236}">
                  <a16:creationId xmlns:a16="http://schemas.microsoft.com/office/drawing/2014/main" id="{86DF5F9B-401C-3575-2295-45F65CEBC907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Legend3" hidden="1">
              <a:extLst>
                <a:ext uri="{FF2B5EF4-FFF2-40B4-BE49-F238E27FC236}">
                  <a16:creationId xmlns:a16="http://schemas.microsoft.com/office/drawing/2014/main" id="{6C8580F2-AFEA-6900-EE0D-1EC0851FEE6D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Legend4" hidden="1">
              <a:extLst>
                <a:ext uri="{FF2B5EF4-FFF2-40B4-BE49-F238E27FC236}">
                  <a16:creationId xmlns:a16="http://schemas.microsoft.com/office/drawing/2014/main" id="{C5AE20AF-9726-9D39-3F3D-3B9B0688DF6E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Legend5" hidden="1">
              <a:extLst>
                <a:ext uri="{FF2B5EF4-FFF2-40B4-BE49-F238E27FC236}">
                  <a16:creationId xmlns:a16="http://schemas.microsoft.com/office/drawing/2014/main" id="{9C673DDF-6957-D222-F2D5-D672D21A4020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1" name="Legend1" hidden="1">
              <a:extLst>
                <a:ext uri="{FF2B5EF4-FFF2-40B4-BE49-F238E27FC236}">
                  <a16:creationId xmlns:a16="http://schemas.microsoft.com/office/drawing/2014/main" id="{2B583D84-5105-8320-2F6F-B531E53E71C6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42" name="Legend2" hidden="1">
              <a:extLst>
                <a:ext uri="{FF2B5EF4-FFF2-40B4-BE49-F238E27FC236}">
                  <a16:creationId xmlns:a16="http://schemas.microsoft.com/office/drawing/2014/main" id="{24B73900-AC89-44B2-6BF7-8C5D349F4A8D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43" name="Legend3" hidden="1">
              <a:extLst>
                <a:ext uri="{FF2B5EF4-FFF2-40B4-BE49-F238E27FC236}">
                  <a16:creationId xmlns:a16="http://schemas.microsoft.com/office/drawing/2014/main" id="{F3F5504D-58A3-FB19-7854-7BD905CC5397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44" name="Legend4" hidden="1">
              <a:extLst>
                <a:ext uri="{FF2B5EF4-FFF2-40B4-BE49-F238E27FC236}">
                  <a16:creationId xmlns:a16="http://schemas.microsoft.com/office/drawing/2014/main" id="{53CB20FF-7BEC-178D-CCDF-4A9F3A224B3E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45" name="Legend5" hidden="1">
              <a:extLst>
                <a:ext uri="{FF2B5EF4-FFF2-40B4-BE49-F238E27FC236}">
                  <a16:creationId xmlns:a16="http://schemas.microsoft.com/office/drawing/2014/main" id="{B453618B-274E-C16C-200E-A44F0375AE66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5C452D5-403F-715C-F9EB-6692848483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0"/>
          <a:srcRect l="16758" t="20725" r="11635" b="24190"/>
          <a:stretch/>
        </p:blipFill>
        <p:spPr>
          <a:xfrm>
            <a:off x="11276666" y="81775"/>
            <a:ext cx="807202" cy="411106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C0565166-B007-7D21-A2A8-623632E9974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95112" y="6642100"/>
            <a:ext cx="10302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ES" sz="1000" dirty="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MasOrange Interna</a:t>
            </a:r>
          </a:p>
        </p:txBody>
      </p: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899" r:id="rId2"/>
    <p:sldLayoutId id="2147483654" r:id="rId3"/>
    <p:sldLayoutId id="2147483897" r:id="rId4"/>
    <p:sldLayoutId id="2147483807" r:id="rId5"/>
    <p:sldLayoutId id="2147483800" r:id="rId6"/>
    <p:sldLayoutId id="2147483659" r:id="rId7"/>
    <p:sldLayoutId id="2147483804" r:id="rId8"/>
    <p:sldLayoutId id="2147483882" r:id="rId9"/>
    <p:sldLayoutId id="2147483883" r:id="rId10"/>
    <p:sldLayoutId id="2147483884" r:id="rId11"/>
    <p:sldLayoutId id="2147483885" r:id="rId12"/>
    <p:sldLayoutId id="2147483886" r:id="rId13"/>
    <p:sldLayoutId id="2147483887" r:id="rId14"/>
    <p:sldLayoutId id="2147483706" r:id="rId15"/>
    <p:sldLayoutId id="2147483718" r:id="rId1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•"/>
        <a:defRPr lang="en-US" sz="1600" i="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‒"/>
        <a:defRPr lang="en-US" sz="1600" i="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78" userDrawn="1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890" userDrawn="1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125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10" Type="http://schemas.openxmlformats.org/officeDocument/2006/relationships/image" Target="../media/image3.emf"/><Relationship Id="rId4" Type="http://schemas.openxmlformats.org/officeDocument/2006/relationships/tags" Target="../tags/tag126.xml"/><Relationship Id="rId9" Type="http://schemas.openxmlformats.org/officeDocument/2006/relationships/oleObject" Target="../embeddings/oleObject18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9.x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9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0.x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9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tags" Target="../tags/tag133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9" Type="http://schemas.openxmlformats.org/officeDocument/2006/relationships/image" Target="../media/image20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tags" Target="../tags/tag138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9" Type="http://schemas.openxmlformats.org/officeDocument/2006/relationships/image" Target="../media/image2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43.xml"/><Relationship Id="rId7" Type="http://schemas.openxmlformats.org/officeDocument/2006/relationships/image" Target="../media/image20.emf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oleObject" Target="../embeddings/oleObject19.bin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B0E17E90-3C4E-4F37-9FA4-FC779C25087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6" name="Object 6" hidden="1">
                        <a:extLst>
                          <a:ext uri="{FF2B5EF4-FFF2-40B4-BE49-F238E27FC236}">
                            <a16:creationId xmlns:a16="http://schemas.microsoft.com/office/drawing/2014/main" id="{B0E17E90-3C4E-4F37-9FA4-FC779C250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EB9340E2-D95A-4545-81E1-3AD07AB3A01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s-ES" sz="4400" b="1" noProof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Documenttype">
            <a:extLst>
              <a:ext uri="{FF2B5EF4-FFF2-40B4-BE49-F238E27FC236}">
                <a16:creationId xmlns:a16="http://schemas.microsoft.com/office/drawing/2014/main" id="{11D06D31-577C-468F-A315-4B1A48E07A2C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4"/>
            </p:custDataLst>
          </p:nvPr>
        </p:nvSpPr>
        <p:spPr>
          <a:xfrm>
            <a:off x="1171857" y="4945377"/>
            <a:ext cx="9726795" cy="18466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es-ES" noProof="0" dirty="0"/>
              <a:t>Customer &amp; Service Operations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D165D28-4E2C-4E35-98E6-6B5023BBA057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1171857" y="4558143"/>
            <a:ext cx="9726795" cy="27699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es-ES" noProof="0" dirty="0"/>
              <a:t>2026 - Week 26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06FD97B-691F-4513-92F7-37A1FAC29B8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normAutofit/>
          </a:bodyPr>
          <a:lstStyle/>
          <a:p>
            <a:r>
              <a:rPr lang="es-ES" noProof="0" dirty="0"/>
              <a:t>REPORTE INCIDENCIAS IT + RED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921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FFA96-4F20-5D34-C4EE-735E75A7E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071D37F-5C8B-C095-DCED-3BB598C830B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4" progId="TCLayout.ActiveDocument.1">
                  <p:embed/>
                </p:oleObj>
              </mc:Choice>
              <mc:Fallback>
                <p:oleObj name="think-cell Slide" r:id="rId4" imgW="353" imgH="35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071D37F-5C8B-C095-DCED-3BB598C830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ítulo 3">
            <a:extLst>
              <a:ext uri="{FF2B5EF4-FFF2-40B4-BE49-F238E27FC236}">
                <a16:creationId xmlns:a16="http://schemas.microsoft.com/office/drawing/2014/main" id="{B124EFEA-A266-D3A6-11CE-0441CC533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" y="108000"/>
            <a:ext cx="7214723" cy="369332"/>
          </a:xfrm>
        </p:spPr>
        <p:txBody>
          <a:bodyPr/>
          <a:lstStyle/>
          <a:p>
            <a:r>
              <a:rPr lang="es-ES" sz="2400" noProof="0" dirty="0"/>
              <a:t>Incidencias IT OSP/JZZ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5823934D-F2B1-9800-6AC0-DF2DA8CC1D9C}"/>
              </a:ext>
            </a:extLst>
          </p:cNvPr>
          <p:cNvGrpSpPr/>
          <p:nvPr/>
        </p:nvGrpSpPr>
        <p:grpSpPr>
          <a:xfrm>
            <a:off x="303843" y="1168811"/>
            <a:ext cx="11584315" cy="1994284"/>
            <a:chOff x="214555" y="756869"/>
            <a:chExt cx="11584315" cy="1994284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D0902D33-FE67-9A39-8B16-1E5D48BDD328}"/>
                </a:ext>
              </a:extLst>
            </p:cNvPr>
            <p:cNvGrpSpPr/>
            <p:nvPr/>
          </p:nvGrpSpPr>
          <p:grpSpPr>
            <a:xfrm>
              <a:off x="214555" y="756869"/>
              <a:ext cx="11584315" cy="1994284"/>
              <a:chOff x="214549" y="892705"/>
              <a:chExt cx="11584315" cy="1994284"/>
            </a:xfrm>
          </p:grpSpPr>
          <p:cxnSp>
            <p:nvCxnSpPr>
              <p:cNvPr id="7" name="LineSeparatorDefault 23">
                <a:extLst>
                  <a:ext uri="{FF2B5EF4-FFF2-40B4-BE49-F238E27FC236}">
                    <a16:creationId xmlns:a16="http://schemas.microsoft.com/office/drawing/2014/main" id="{3FDF8887-CBF9-4ABA-20FA-C4765FEC86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549" y="2886989"/>
                <a:ext cx="11481812" cy="0"/>
              </a:xfrm>
              <a:prstGeom prst="straightConnector1">
                <a:avLst/>
              </a:prstGeom>
              <a:ln w="12700" cap="flat">
                <a:solidFill>
                  <a:schemeClr val="accent3">
                    <a:lumMod val="75000"/>
                  </a:schemeClr>
                </a:solidFill>
                <a:miter lim="800000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upo 7">
                <a:extLst>
                  <a:ext uri="{FF2B5EF4-FFF2-40B4-BE49-F238E27FC236}">
                    <a16:creationId xmlns:a16="http://schemas.microsoft.com/office/drawing/2014/main" id="{F3CA609F-A6B8-ACBC-2AEC-BB1991BE4B6D}"/>
                  </a:ext>
                </a:extLst>
              </p:cNvPr>
              <p:cNvGrpSpPr/>
              <p:nvPr/>
            </p:nvGrpSpPr>
            <p:grpSpPr>
              <a:xfrm>
                <a:off x="288894" y="892705"/>
                <a:ext cx="11509970" cy="1726036"/>
                <a:chOff x="276149" y="390495"/>
                <a:chExt cx="11109704" cy="2149681"/>
              </a:xfrm>
            </p:grpSpPr>
            <p:sp>
              <p:nvSpPr>
                <p:cNvPr id="9" name="Subtitle 33">
                  <a:extLst>
                    <a:ext uri="{FF2B5EF4-FFF2-40B4-BE49-F238E27FC236}">
                      <a16:creationId xmlns:a16="http://schemas.microsoft.com/office/drawing/2014/main" id="{30ED17A4-41FA-183C-D359-3F59023F5D3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91629" y="390495"/>
                  <a:ext cx="4111773" cy="275989"/>
                </a:xfrm>
                <a:prstGeom prst="rect">
                  <a:avLst/>
                </a:prstGeom>
                <a:noFill/>
                <a:ln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defPPr>
                    <a:defRPr lang="en-US"/>
                  </a:defPPr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lang="en-US" sz="2800" b="0" kern="1200" baseline="0" dirty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:r>
                    <a:rPr lang="es-ES" sz="1600" noProof="0" dirty="0">
                      <a:solidFill>
                        <a:schemeClr val="accent1"/>
                      </a:solidFill>
                    </a:rPr>
                    <a:t>Degradación / TEIDE / SL2</a:t>
                  </a:r>
                </a:p>
              </p:txBody>
            </p:sp>
            <p:grpSp>
              <p:nvGrpSpPr>
                <p:cNvPr id="10" name="Grupo 9">
                  <a:extLst>
                    <a:ext uri="{FF2B5EF4-FFF2-40B4-BE49-F238E27FC236}">
                      <a16:creationId xmlns:a16="http://schemas.microsoft.com/office/drawing/2014/main" id="{2B04D934-1381-044A-94C7-77BE6BBC8A69}"/>
                    </a:ext>
                  </a:extLst>
                </p:cNvPr>
                <p:cNvGrpSpPr/>
                <p:nvPr/>
              </p:nvGrpSpPr>
              <p:grpSpPr>
                <a:xfrm>
                  <a:off x="5112306" y="711552"/>
                  <a:ext cx="6174612" cy="431138"/>
                  <a:chOff x="5431098" y="1287090"/>
                  <a:chExt cx="6174612" cy="431138"/>
                </a:xfrm>
              </p:grpSpPr>
              <p:sp>
                <p:nvSpPr>
                  <p:cNvPr id="17" name="TextBox 11">
                    <a:extLst>
                      <a:ext uri="{FF2B5EF4-FFF2-40B4-BE49-F238E27FC236}">
                        <a16:creationId xmlns:a16="http://schemas.microsoft.com/office/drawing/2014/main" id="{1049B49F-3658-250B-65AE-2FF6742ABD12}"/>
                      </a:ext>
                    </a:extLst>
                  </p:cNvPr>
                  <p:cNvSpPr txBox="1"/>
                  <p:nvPr/>
                </p:nvSpPr>
                <p:spPr>
                  <a:xfrm>
                    <a:off x="5431099" y="1287090"/>
                    <a:ext cx="1518920" cy="215444"/>
                  </a:xfrm>
                  <a:prstGeom prst="rect">
                    <a:avLst/>
                  </a:prstGeom>
                </p:spPr>
                <p:txBody>
                  <a:bodyPr vert="horz" wrap="square" lIns="0" tIns="0" rIns="0" bIns="0" rtlCol="0" anchor="b" anchorCtr="0">
                    <a:spAutoFit/>
                  </a:bodyPr>
                  <a:lstStyle>
                    <a:defPPr>
                      <a:defRPr lang="en-US"/>
                    </a:defPPr>
                    <a:lvl1pPr marL="0" lvl="0" indent="0" algn="l" defTabSz="914400" rtl="0" eaLnBrk="1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ts val="300"/>
                      </a:spcAft>
                      <a:buFont typeface="Segoe UI" panose="020B0502040204020203" pitchFamily="34" charset="0"/>
                      <a:buChar char="​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1pPr>
                    <a:lvl2pPr marL="228600" lvl="1" indent="-2254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Wingdings" panose="05000000000000000000" pitchFamily="2" charset="2"/>
                      <a:buChar char="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2pPr>
                    <a:lvl3pPr marL="515938" lvl="2" indent="-287338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—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3pPr>
                    <a:lvl4pPr marL="742950" lvl="3" indent="-182563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»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4pPr>
                    <a:lvl5pPr marL="914400" lvl="4" indent="-1365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›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5pPr>
                    <a:lvl6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6pPr>
                    <a:lvl7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7pPr>
                    <a:lvl8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8pPr>
                    <a:lvl9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r>
                      <a:rPr lang="es-ES" sz="1400" b="1" noProof="0" dirty="0"/>
                      <a:t>ID</a:t>
                    </a:r>
                  </a:p>
                </p:txBody>
              </p:sp>
              <p:sp>
                <p:nvSpPr>
                  <p:cNvPr id="18" name="TextBox 13">
                    <a:extLst>
                      <a:ext uri="{FF2B5EF4-FFF2-40B4-BE49-F238E27FC236}">
                        <a16:creationId xmlns:a16="http://schemas.microsoft.com/office/drawing/2014/main" id="{6042D62F-0CDF-1F95-2EE6-94AA28C460C3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8698" y="1288623"/>
                    <a:ext cx="1042379" cy="215444"/>
                  </a:xfrm>
                  <a:prstGeom prst="rect">
                    <a:avLst/>
                  </a:prstGeom>
                </p:spPr>
                <p:txBody>
                  <a:bodyPr vert="horz" wrap="square" lIns="0" tIns="0" rIns="0" bIns="0" rtlCol="0" anchor="b" anchorCtr="0">
                    <a:spAutoFit/>
                  </a:bodyPr>
                  <a:lstStyle>
                    <a:defPPr>
                      <a:defRPr lang="en-US"/>
                    </a:defPPr>
                    <a:lvl1pPr marL="0" lvl="0" indent="0" algn="l" defTabSz="914400" rtl="0" eaLnBrk="1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ts val="300"/>
                      </a:spcAft>
                      <a:buFont typeface="Segoe UI" panose="020B0502040204020203" pitchFamily="34" charset="0"/>
                      <a:buChar char="​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1pPr>
                    <a:lvl2pPr marL="228600" lvl="1" indent="-2254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Wingdings" panose="05000000000000000000" pitchFamily="2" charset="2"/>
                      <a:buChar char="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2pPr>
                    <a:lvl3pPr marL="515938" lvl="2" indent="-287338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—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3pPr>
                    <a:lvl4pPr marL="742950" lvl="3" indent="-182563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»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4pPr>
                    <a:lvl5pPr marL="914400" lvl="4" indent="-1365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›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5pPr>
                    <a:lvl6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6pPr>
                    <a:lvl7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7pPr>
                    <a:lvl8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8pPr>
                    <a:lvl9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r>
                      <a:rPr lang="es-ES" sz="1400" b="1" noProof="0" dirty="0"/>
                      <a:t>Duración</a:t>
                    </a:r>
                  </a:p>
                </p:txBody>
              </p:sp>
              <p:sp>
                <p:nvSpPr>
                  <p:cNvPr id="19" name="TextBox 14">
                    <a:extLst>
                      <a:ext uri="{FF2B5EF4-FFF2-40B4-BE49-F238E27FC236}">
                        <a16:creationId xmlns:a16="http://schemas.microsoft.com/office/drawing/2014/main" id="{A0798FA2-713E-7101-222F-6788FF204511}"/>
                      </a:ext>
                    </a:extLst>
                  </p:cNvPr>
                  <p:cNvSpPr txBox="1"/>
                  <p:nvPr/>
                </p:nvSpPr>
                <p:spPr>
                  <a:xfrm>
                    <a:off x="8702782" y="1287090"/>
                    <a:ext cx="912283" cy="215444"/>
                  </a:xfrm>
                  <a:prstGeom prst="rect">
                    <a:avLst/>
                  </a:prstGeom>
                </p:spPr>
                <p:txBody>
                  <a:bodyPr vert="horz" wrap="square" lIns="0" tIns="0" rIns="0" bIns="0" rtlCol="0" anchor="b" anchorCtr="0">
                    <a:spAutoFit/>
                  </a:bodyPr>
                  <a:lstStyle>
                    <a:defPPr>
                      <a:defRPr lang="en-US"/>
                    </a:defPPr>
                    <a:lvl1pPr marL="0" lvl="0" indent="0" algn="l" defTabSz="914400" rtl="0" eaLnBrk="1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ts val="300"/>
                      </a:spcAft>
                      <a:buFont typeface="Segoe UI" panose="020B0502040204020203" pitchFamily="34" charset="0"/>
                      <a:buChar char="​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1pPr>
                    <a:lvl2pPr marL="228600" lvl="1" indent="-2254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Wingdings" panose="05000000000000000000" pitchFamily="2" charset="2"/>
                      <a:buChar char="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2pPr>
                    <a:lvl3pPr marL="515938" lvl="2" indent="-287338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—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3pPr>
                    <a:lvl4pPr marL="742950" lvl="3" indent="-182563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»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4pPr>
                    <a:lvl5pPr marL="914400" lvl="4" indent="-1365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›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5pPr>
                    <a:lvl6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6pPr>
                    <a:lvl7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7pPr>
                    <a:lvl8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8pPr>
                    <a:lvl9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r>
                      <a:rPr lang="es-ES" sz="1400" b="1" noProof="0" dirty="0"/>
                      <a:t>Fecha  </a:t>
                    </a:r>
                  </a:p>
                </p:txBody>
              </p:sp>
              <p:sp>
                <p:nvSpPr>
                  <p:cNvPr id="20" name="TextBox 15">
                    <a:extLst>
                      <a:ext uri="{FF2B5EF4-FFF2-40B4-BE49-F238E27FC236}">
                        <a16:creationId xmlns:a16="http://schemas.microsoft.com/office/drawing/2014/main" id="{748D1D3F-F571-445A-394B-32561D457744}"/>
                      </a:ext>
                    </a:extLst>
                  </p:cNvPr>
                  <p:cNvSpPr txBox="1"/>
                  <p:nvPr/>
                </p:nvSpPr>
                <p:spPr>
                  <a:xfrm>
                    <a:off x="5431098" y="1501702"/>
                    <a:ext cx="3181423" cy="210825"/>
                  </a:xfrm>
                  <a:prstGeom prst="rect">
                    <a:avLst/>
                  </a:prstGeom>
                </p:spPr>
                <p:txBody>
                  <a:bodyPr vert="horz" wrap="square" lIns="0" tIns="0" rIns="0" bIns="0" rtlCol="0" anchor="t" anchorCtr="0">
                    <a:spAutoFit/>
                  </a:bodyPr>
                  <a:lstStyle>
                    <a:defPPr>
                      <a:defRPr lang="en-US"/>
                    </a:defPPr>
                    <a:lvl1pPr marL="0" lvl="0" indent="0" algn="l" defTabSz="914400" rtl="0" eaLnBrk="1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ts val="300"/>
                      </a:spcAft>
                      <a:buFont typeface="Segoe UI" panose="020B0502040204020203" pitchFamily="34" charset="0"/>
                      <a:buChar char="​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1pPr>
                    <a:lvl2pPr marL="228600" lvl="1" indent="-2254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Wingdings" panose="05000000000000000000" pitchFamily="2" charset="2"/>
                      <a:buChar char="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2pPr>
                    <a:lvl3pPr marL="515938" lvl="2" indent="-287338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—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3pPr>
                    <a:lvl4pPr marL="742950" lvl="3" indent="-182563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»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4pPr>
                    <a:lvl5pPr marL="914400" lvl="4" indent="-1365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›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5pPr>
                    <a:lvl6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6pPr>
                    <a:lvl7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7pPr>
                    <a:lvl8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8pPr>
                    <a:lvl9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buNone/>
                    </a:pPr>
                    <a:r>
                      <a:rPr lang="es-ES" sz="1100" noProof="0" dirty="0"/>
                      <a:t>INC000004059314</a:t>
                    </a:r>
                  </a:p>
                </p:txBody>
              </p:sp>
              <p:sp>
                <p:nvSpPr>
                  <p:cNvPr id="21" name="TextBox 18">
                    <a:extLst>
                      <a:ext uri="{FF2B5EF4-FFF2-40B4-BE49-F238E27FC236}">
                        <a16:creationId xmlns:a16="http://schemas.microsoft.com/office/drawing/2014/main" id="{214B78B3-3B99-4A9C-FBBD-4FE16BFE647A}"/>
                      </a:ext>
                    </a:extLst>
                  </p:cNvPr>
                  <p:cNvSpPr txBox="1"/>
                  <p:nvPr/>
                </p:nvSpPr>
                <p:spPr>
                  <a:xfrm>
                    <a:off x="8702783" y="1507403"/>
                    <a:ext cx="1382017" cy="210825"/>
                  </a:xfrm>
                  <a:prstGeom prst="rect">
                    <a:avLst/>
                  </a:prstGeom>
                </p:spPr>
                <p:txBody>
                  <a:bodyPr vert="horz" wrap="square" lIns="0" tIns="0" rIns="0" bIns="0" rtlCol="0" anchor="t" anchorCtr="0">
                    <a:spAutoFit/>
                  </a:bodyPr>
                  <a:lstStyle>
                    <a:defPPr>
                      <a:defRPr lang="en-US"/>
                    </a:defPPr>
                    <a:lvl1pPr marL="0" lvl="0" indent="0" algn="l" defTabSz="914400" rtl="0" eaLnBrk="1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ts val="300"/>
                      </a:spcAft>
                      <a:buFont typeface="Segoe UI" panose="020B0502040204020203" pitchFamily="34" charset="0"/>
                      <a:buChar char="​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1pPr>
                    <a:lvl2pPr marL="228600" lvl="1" indent="-2254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Wingdings" panose="05000000000000000000" pitchFamily="2" charset="2"/>
                      <a:buChar char="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2pPr>
                    <a:lvl3pPr marL="515938" lvl="2" indent="-287338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—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3pPr>
                    <a:lvl4pPr marL="742950" lvl="3" indent="-182563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»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4pPr>
                    <a:lvl5pPr marL="914400" lvl="4" indent="-1365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›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5pPr>
                    <a:lvl6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6pPr>
                    <a:lvl7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7pPr>
                    <a:lvl8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8pPr>
                    <a:lvl9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buNone/>
                    </a:pPr>
                    <a:r>
                      <a:rPr lang="es-ES" sz="1100" noProof="0" dirty="0"/>
                      <a:t>25/06/2026 9:31</a:t>
                    </a:r>
                  </a:p>
                </p:txBody>
              </p:sp>
              <p:sp>
                <p:nvSpPr>
                  <p:cNvPr id="22" name="TextBox 4">
                    <a:extLst>
                      <a:ext uri="{FF2B5EF4-FFF2-40B4-BE49-F238E27FC236}">
                        <a16:creationId xmlns:a16="http://schemas.microsoft.com/office/drawing/2014/main" id="{975CF260-C617-E756-E050-EBED6E1865CC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8698" y="1505422"/>
                    <a:ext cx="1447012" cy="210826"/>
                  </a:xfrm>
                  <a:prstGeom prst="rect">
                    <a:avLst/>
                  </a:prstGeom>
                </p:spPr>
                <p:txBody>
                  <a:bodyPr vert="horz" wrap="square" lIns="0" tIns="0" rIns="0" bIns="0" rtlCol="0" anchor="t" anchorCtr="0">
                    <a:spAutoFit/>
                  </a:bodyPr>
                  <a:lstStyle>
                    <a:defPPr>
                      <a:defRPr lang="en-US"/>
                    </a:defPPr>
                    <a:lvl1pPr marL="0" lvl="0" indent="0" algn="l" defTabSz="914400" rtl="0" eaLnBrk="1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ts val="300"/>
                      </a:spcAft>
                      <a:buFont typeface="Segoe UI" panose="020B0502040204020203" pitchFamily="34" charset="0"/>
                      <a:buChar char="​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1pPr>
                    <a:lvl2pPr marL="228600" lvl="1" indent="-2254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Wingdings" panose="05000000000000000000" pitchFamily="2" charset="2"/>
                      <a:buChar char="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2pPr>
                    <a:lvl3pPr marL="515938" lvl="2" indent="-287338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—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3pPr>
                    <a:lvl4pPr marL="742950" lvl="3" indent="-182563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»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4pPr>
                    <a:lvl5pPr marL="914400" lvl="4" indent="-1365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›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5pPr>
                    <a:lvl6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6pPr>
                    <a:lvl7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7pPr>
                    <a:lvl8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8pPr>
                    <a:lvl9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buNone/>
                    </a:pPr>
                    <a:r>
                      <a:rPr lang="es-ES" sz="1100" noProof="0" dirty="0"/>
                      <a:t>12h 29min</a:t>
                    </a:r>
                  </a:p>
                </p:txBody>
              </p:sp>
            </p:grpSp>
            <p:grpSp>
              <p:nvGrpSpPr>
                <p:cNvPr id="11" name="Grupo 10">
                  <a:extLst>
                    <a:ext uri="{FF2B5EF4-FFF2-40B4-BE49-F238E27FC236}">
                      <a16:creationId xmlns:a16="http://schemas.microsoft.com/office/drawing/2014/main" id="{BED5B173-3261-2DB0-84AA-9E68C099A6B0}"/>
                    </a:ext>
                  </a:extLst>
                </p:cNvPr>
                <p:cNvGrpSpPr/>
                <p:nvPr/>
              </p:nvGrpSpPr>
              <p:grpSpPr>
                <a:xfrm>
                  <a:off x="276149" y="1020399"/>
                  <a:ext cx="11109704" cy="1519777"/>
                  <a:chOff x="433987" y="3215609"/>
                  <a:chExt cx="11109704" cy="1519777"/>
                </a:xfrm>
              </p:grpSpPr>
              <p:cxnSp>
                <p:nvCxnSpPr>
                  <p:cNvPr id="12" name="LineSeparatorDefault 23">
                    <a:extLst>
                      <a:ext uri="{FF2B5EF4-FFF2-40B4-BE49-F238E27FC236}">
                        <a16:creationId xmlns:a16="http://schemas.microsoft.com/office/drawing/2014/main" id="{FF8DEF38-6EB4-497E-1001-47BE397DED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1163" y="3509562"/>
                    <a:ext cx="11082528" cy="0"/>
                  </a:xfrm>
                  <a:prstGeom prst="straightConnector1">
                    <a:avLst/>
                  </a:prstGeom>
                  <a:ln w="12700" cap="flat">
                    <a:solidFill>
                      <a:srgbClr val="7F7F7F"/>
                    </a:solidFill>
                    <a:miter lim="800000"/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" name="TextBox 11">
                    <a:extLst>
                      <a:ext uri="{FF2B5EF4-FFF2-40B4-BE49-F238E27FC236}">
                        <a16:creationId xmlns:a16="http://schemas.microsoft.com/office/drawing/2014/main" id="{30382976-AA4C-A2BD-B02A-6BC566C56BB2}"/>
                      </a:ext>
                    </a:extLst>
                  </p:cNvPr>
                  <p:cNvSpPr txBox="1"/>
                  <p:nvPr/>
                </p:nvSpPr>
                <p:spPr>
                  <a:xfrm>
                    <a:off x="433987" y="3281412"/>
                    <a:ext cx="1518920" cy="215444"/>
                  </a:xfrm>
                  <a:prstGeom prst="rect">
                    <a:avLst/>
                  </a:prstGeom>
                </p:spPr>
                <p:txBody>
                  <a:bodyPr vert="horz" wrap="square" lIns="0" tIns="0" rIns="0" bIns="0" rtlCol="0" anchor="b" anchorCtr="0">
                    <a:spAutoFit/>
                  </a:bodyPr>
                  <a:lstStyle>
                    <a:defPPr>
                      <a:defRPr lang="en-US"/>
                    </a:defPPr>
                    <a:lvl1pPr marL="0" lvl="0" indent="0" algn="l" defTabSz="914400" rtl="0" eaLnBrk="1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ts val="300"/>
                      </a:spcAft>
                      <a:buFont typeface="Segoe UI" panose="020B0502040204020203" pitchFamily="34" charset="0"/>
                      <a:buChar char="​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1pPr>
                    <a:lvl2pPr marL="228600" lvl="1" indent="-2254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Wingdings" panose="05000000000000000000" pitchFamily="2" charset="2"/>
                      <a:buChar char="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2pPr>
                    <a:lvl3pPr marL="515938" lvl="2" indent="-287338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—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3pPr>
                    <a:lvl4pPr marL="742950" lvl="3" indent="-182563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»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4pPr>
                    <a:lvl5pPr marL="914400" lvl="4" indent="-1365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›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5pPr>
                    <a:lvl6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6pPr>
                    <a:lvl7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7pPr>
                    <a:lvl8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8pPr>
                    <a:lvl9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r>
                      <a:rPr lang="es-ES" sz="1400" b="1" noProof="0" dirty="0"/>
                      <a:t>Impacto</a:t>
                    </a:r>
                  </a:p>
                </p:txBody>
              </p:sp>
              <p:sp>
                <p:nvSpPr>
                  <p:cNvPr id="14" name="TextBox 12">
                    <a:extLst>
                      <a:ext uri="{FF2B5EF4-FFF2-40B4-BE49-F238E27FC236}">
                        <a16:creationId xmlns:a16="http://schemas.microsoft.com/office/drawing/2014/main" id="{8D1C351A-8D1F-1F4C-5412-CAEEBE0CAAC9}"/>
                      </a:ext>
                    </a:extLst>
                  </p:cNvPr>
                  <p:cNvSpPr txBox="1"/>
                  <p:nvPr/>
                </p:nvSpPr>
                <p:spPr>
                  <a:xfrm>
                    <a:off x="7635503" y="3215609"/>
                    <a:ext cx="3857372" cy="268323"/>
                  </a:xfrm>
                  <a:prstGeom prst="rect">
                    <a:avLst/>
                  </a:prstGeom>
                </p:spPr>
                <p:txBody>
                  <a:bodyPr vert="horz" wrap="square" lIns="0" tIns="0" rIns="0" bIns="0" rtlCol="0" anchor="b" anchorCtr="0">
                    <a:spAutoFit/>
                  </a:bodyPr>
                  <a:lstStyle>
                    <a:defPPr>
                      <a:defRPr lang="en-US"/>
                    </a:defPPr>
                    <a:lvl1pPr marL="0" lvl="0" indent="0" algn="l" defTabSz="914400" rtl="0" eaLnBrk="1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ts val="300"/>
                      </a:spcAft>
                      <a:buFont typeface="Segoe UI" panose="020B0502040204020203" pitchFamily="34" charset="0"/>
                      <a:buChar char="​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1pPr>
                    <a:lvl2pPr marL="228600" lvl="1" indent="-2254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Wingdings" panose="05000000000000000000" pitchFamily="2" charset="2"/>
                      <a:buChar char="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2pPr>
                    <a:lvl3pPr marL="515938" lvl="2" indent="-287338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—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3pPr>
                    <a:lvl4pPr marL="742950" lvl="3" indent="-182563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»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4pPr>
                    <a:lvl5pPr marL="914400" lvl="4" indent="-1365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›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5pPr>
                    <a:lvl6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6pPr>
                    <a:lvl7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7pPr>
                    <a:lvl8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8pPr>
                    <a:lvl9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r>
                      <a:rPr lang="es-ES" sz="1400" b="1" noProof="0" dirty="0">
                        <a:cs typeface="Arial"/>
                      </a:rPr>
                      <a:t>Solución </a:t>
                    </a:r>
                  </a:p>
                </p:txBody>
              </p:sp>
              <p:sp>
                <p:nvSpPr>
                  <p:cNvPr id="15" name="TextBox 13">
                    <a:extLst>
                      <a:ext uri="{FF2B5EF4-FFF2-40B4-BE49-F238E27FC236}">
                        <a16:creationId xmlns:a16="http://schemas.microsoft.com/office/drawing/2014/main" id="{ADAB1C2A-E10D-DF67-7DD5-55BC08C48499}"/>
                      </a:ext>
                    </a:extLst>
                  </p:cNvPr>
                  <p:cNvSpPr txBox="1"/>
                  <p:nvPr/>
                </p:nvSpPr>
                <p:spPr>
                  <a:xfrm>
                    <a:off x="3934708" y="3281412"/>
                    <a:ext cx="1042379" cy="215444"/>
                  </a:xfrm>
                  <a:prstGeom prst="rect">
                    <a:avLst/>
                  </a:prstGeom>
                </p:spPr>
                <p:txBody>
                  <a:bodyPr vert="horz" wrap="square" lIns="0" tIns="0" rIns="0" bIns="0" rtlCol="0" anchor="b" anchorCtr="0">
                    <a:spAutoFit/>
                  </a:bodyPr>
                  <a:lstStyle>
                    <a:defPPr>
                      <a:defRPr lang="en-US"/>
                    </a:defPPr>
                    <a:lvl1pPr marL="0" lvl="0" indent="0" algn="l" defTabSz="914400" rtl="0" eaLnBrk="1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ts val="300"/>
                      </a:spcAft>
                      <a:buFont typeface="Segoe UI" panose="020B0502040204020203" pitchFamily="34" charset="0"/>
                      <a:buChar char="​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1pPr>
                    <a:lvl2pPr marL="228600" lvl="1" indent="-2254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Wingdings" panose="05000000000000000000" pitchFamily="2" charset="2"/>
                      <a:buChar char="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2pPr>
                    <a:lvl3pPr marL="515938" lvl="2" indent="-287338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—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3pPr>
                    <a:lvl4pPr marL="742950" lvl="3" indent="-182563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»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4pPr>
                    <a:lvl5pPr marL="914400" lvl="4" indent="-1365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›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5pPr>
                    <a:lvl6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6pPr>
                    <a:lvl7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7pPr>
                    <a:lvl8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8pPr>
                    <a:lvl9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r>
                      <a:rPr lang="es-ES" sz="1400" b="1" noProof="0" dirty="0"/>
                      <a:t>Causa</a:t>
                    </a:r>
                  </a:p>
                </p:txBody>
              </p:sp>
              <p:sp>
                <p:nvSpPr>
                  <p:cNvPr id="16" name="TextBox 16">
                    <a:extLst>
                      <a:ext uri="{FF2B5EF4-FFF2-40B4-BE49-F238E27FC236}">
                        <a16:creationId xmlns:a16="http://schemas.microsoft.com/office/drawing/2014/main" id="{861A06D2-A9FA-7672-2026-6D3668A156A9}"/>
                      </a:ext>
                    </a:extLst>
                  </p:cNvPr>
                  <p:cNvSpPr txBox="1"/>
                  <p:nvPr/>
                </p:nvSpPr>
                <p:spPr>
                  <a:xfrm>
                    <a:off x="461163" y="3633345"/>
                    <a:ext cx="3418070" cy="1102041"/>
                  </a:xfrm>
                  <a:prstGeom prst="rect">
                    <a:avLst/>
                  </a:prstGeom>
                  <a:noFill/>
                </p:spPr>
                <p:txBody>
                  <a:bodyPr vert="horz" wrap="square" lIns="0" tIns="0" rIns="0" bIns="0" rtlCol="0" anchor="t" anchorCtr="0">
                    <a:spAutoFit/>
                  </a:bodyPr>
                  <a:lstStyle>
                    <a:defPPr>
                      <a:defRPr lang="en-US"/>
                    </a:defPPr>
                    <a:lvl1pPr marL="0" lvl="0" indent="0" algn="l" defTabSz="914400" rtl="0" eaLnBrk="1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ts val="300"/>
                      </a:spcAft>
                      <a:buFont typeface="Segoe UI" panose="020B0502040204020203" pitchFamily="34" charset="0"/>
                      <a:buChar char="​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1pPr>
                    <a:lvl2pPr marL="228600" lvl="1" indent="-2254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Wingdings" panose="05000000000000000000" pitchFamily="2" charset="2"/>
                      <a:buChar char="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2pPr>
                    <a:lvl3pPr marL="515938" lvl="2" indent="-287338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—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3pPr>
                    <a:lvl4pPr marL="742950" lvl="3" indent="-182563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»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4pPr>
                    <a:lvl5pPr marL="914400" lvl="4" indent="-1365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›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5pPr>
                    <a:lvl6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6pPr>
                    <a:lvl7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7pPr>
                    <a:lvl8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8pPr>
                    <a:lvl9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lvl="1">
                      <a:buClr>
                        <a:schemeClr val="accent1"/>
                      </a:buClr>
                    </a:pPr>
                    <a:r>
                      <a:rPr lang="es-ES" sz="1100" noProof="0" dirty="0"/>
                      <a:t>Dificultad en la operativa de atención en tienda al no poder realizar la suplantación de SFID.</a:t>
                    </a:r>
                  </a:p>
                  <a:p>
                    <a:pPr lvl="1">
                      <a:buClr>
                        <a:schemeClr val="accent1"/>
                      </a:buClr>
                    </a:pPr>
                    <a:r>
                      <a:rPr lang="es-ES" sz="1100" noProof="0" dirty="0"/>
                      <a:t>Afectación generalizada a tiendas Orange y BackOffice, con especial impacto en ATAC Guadalajara, Salamanca y Jerez.</a:t>
                    </a:r>
                  </a:p>
                </p:txBody>
              </p:sp>
            </p:grpSp>
          </p:grpSp>
        </p:grpSp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95340EF8-ADD4-67E8-BFFD-80DC183AB820}"/>
                </a:ext>
              </a:extLst>
            </p:cNvPr>
            <p:cNvSpPr txBox="1"/>
            <p:nvPr/>
          </p:nvSpPr>
          <p:spPr>
            <a:xfrm>
              <a:off x="3915747" y="1598047"/>
              <a:ext cx="3541217" cy="110799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spAutoFit/>
            </a:bodyPr>
            <a:lstStyle>
              <a:defPPr>
                <a:defRPr lang="en-US"/>
              </a:defPPr>
              <a:lvl1pPr marL="0" lv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228600" lvl="1" indent="-22542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515938" lvl="2" indent="-28733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742950" lvl="3" indent="-18256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914400" lvl="4" indent="-13652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 lvl="1">
                <a:buClr>
                  <a:schemeClr val="accent1"/>
                </a:buClr>
              </a:pPr>
              <a:r>
                <a:rPr lang="es-ES" sz="1100" noProof="0" dirty="0"/>
                <a:t>Desalineación entre sistemas GDU y Teide en la gestión de usuarios.</a:t>
              </a:r>
            </a:p>
            <a:p>
              <a:pPr lvl="1">
                <a:buClr>
                  <a:schemeClr val="accent1"/>
                </a:buClr>
              </a:pPr>
              <a:r>
                <a:rPr lang="es-ES" sz="1100" noProof="0" dirty="0"/>
                <a:t>Una modificación en GDU, lanzó una sincronización, provocando la eliminación de SFID en Teide para un conjunto de usuarios afectados.</a:t>
              </a:r>
            </a:p>
            <a:p>
              <a:pPr lvl="1">
                <a:buClr>
                  <a:schemeClr val="accent1"/>
                </a:buClr>
              </a:pPr>
              <a:endParaRPr lang="es-ES" sz="1200" noProof="0" dirty="0"/>
            </a:p>
          </p:txBody>
        </p:sp>
        <p:sp>
          <p:nvSpPr>
            <p:cNvPr id="5" name="TextBox 16">
              <a:extLst>
                <a:ext uri="{FF2B5EF4-FFF2-40B4-BE49-F238E27FC236}">
                  <a16:creationId xmlns:a16="http://schemas.microsoft.com/office/drawing/2014/main" id="{04E6F711-A88F-7B94-C44B-25C7542F1DF3}"/>
                </a:ext>
              </a:extLst>
            </p:cNvPr>
            <p:cNvSpPr txBox="1"/>
            <p:nvPr/>
          </p:nvSpPr>
          <p:spPr>
            <a:xfrm>
              <a:off x="7735939" y="1599602"/>
              <a:ext cx="3541217" cy="71558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spAutoFit/>
            </a:bodyPr>
            <a:lstStyle>
              <a:defPPr>
                <a:defRPr lang="en-US"/>
              </a:defPPr>
              <a:lvl1pPr marL="0" lv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228600" lvl="1" indent="-22542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515938" lvl="2" indent="-28733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742950" lvl="3" indent="-18256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914400" lvl="4" indent="-13652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 lvl="1">
                <a:buClr>
                  <a:schemeClr val="accent1"/>
                </a:buClr>
              </a:pPr>
              <a:r>
                <a:rPr lang="es-ES" sz="1100" noProof="0" dirty="0"/>
                <a:t>Reasignación por parte del soporte de los SFID a los usuarios afectados para restablecer el servicio.</a:t>
              </a:r>
            </a:p>
            <a:p>
              <a:pPr lvl="1">
                <a:buClr>
                  <a:schemeClr val="accent1"/>
                </a:buClr>
              </a:pPr>
              <a:r>
                <a:rPr lang="es-ES" sz="1100" noProof="0" dirty="0"/>
                <a:t>Apertura de análisis técnico para revisar el flujo de sincronización y control de cambios en GDU.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5845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942CD-B76B-77FC-4633-9BF7B202C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C90E7D5-8356-D41B-18D8-D6C0698C1A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4" progId="TCLayout.ActiveDocument.1">
                  <p:embed/>
                </p:oleObj>
              </mc:Choice>
              <mc:Fallback>
                <p:oleObj name="think-cell Slide" r:id="rId4" imgW="353" imgH="35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C90E7D5-8356-D41B-18D8-D6C0698C1A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ítulo 3">
            <a:extLst>
              <a:ext uri="{FF2B5EF4-FFF2-40B4-BE49-F238E27FC236}">
                <a16:creationId xmlns:a16="http://schemas.microsoft.com/office/drawing/2014/main" id="{17F2AE0B-B3FD-24AC-2F61-632EACA7D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" y="108000"/>
            <a:ext cx="7214723" cy="369332"/>
          </a:xfrm>
        </p:spPr>
        <p:txBody>
          <a:bodyPr/>
          <a:lstStyle/>
          <a:p>
            <a:r>
              <a:rPr lang="es-ES" sz="2400" noProof="0" dirty="0"/>
              <a:t>Incidencias IT MM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D6B3AC6A-0394-2554-DD2A-E34119BD962A}"/>
              </a:ext>
            </a:extLst>
          </p:cNvPr>
          <p:cNvGrpSpPr/>
          <p:nvPr/>
        </p:nvGrpSpPr>
        <p:grpSpPr>
          <a:xfrm>
            <a:off x="303843" y="1168811"/>
            <a:ext cx="11584315" cy="1729108"/>
            <a:chOff x="214555" y="756869"/>
            <a:chExt cx="11584315" cy="1729108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D2BB8F50-3EE8-4317-629D-850D5B32DF25}"/>
                </a:ext>
              </a:extLst>
            </p:cNvPr>
            <p:cNvGrpSpPr/>
            <p:nvPr/>
          </p:nvGrpSpPr>
          <p:grpSpPr>
            <a:xfrm>
              <a:off x="214555" y="756869"/>
              <a:ext cx="11584315" cy="1729108"/>
              <a:chOff x="214549" y="892705"/>
              <a:chExt cx="11584315" cy="1729108"/>
            </a:xfrm>
          </p:grpSpPr>
          <p:cxnSp>
            <p:nvCxnSpPr>
              <p:cNvPr id="7" name="LineSeparatorDefault 23">
                <a:extLst>
                  <a:ext uri="{FF2B5EF4-FFF2-40B4-BE49-F238E27FC236}">
                    <a16:creationId xmlns:a16="http://schemas.microsoft.com/office/drawing/2014/main" id="{7F42E227-C564-3303-1F4F-51C8294384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549" y="2621813"/>
                <a:ext cx="11481812" cy="0"/>
              </a:xfrm>
              <a:prstGeom prst="straightConnector1">
                <a:avLst/>
              </a:prstGeom>
              <a:ln w="12700" cap="flat">
                <a:solidFill>
                  <a:schemeClr val="accent3">
                    <a:lumMod val="75000"/>
                  </a:schemeClr>
                </a:solidFill>
                <a:miter lim="800000"/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upo 7">
                <a:extLst>
                  <a:ext uri="{FF2B5EF4-FFF2-40B4-BE49-F238E27FC236}">
                    <a16:creationId xmlns:a16="http://schemas.microsoft.com/office/drawing/2014/main" id="{B680DA99-382F-6DBD-C743-58EAC2379006}"/>
                  </a:ext>
                </a:extLst>
              </p:cNvPr>
              <p:cNvGrpSpPr/>
              <p:nvPr/>
            </p:nvGrpSpPr>
            <p:grpSpPr>
              <a:xfrm>
                <a:off x="288894" y="892705"/>
                <a:ext cx="11509970" cy="1179732"/>
                <a:chOff x="276149" y="390495"/>
                <a:chExt cx="11109704" cy="1469289"/>
              </a:xfrm>
            </p:grpSpPr>
            <p:sp>
              <p:nvSpPr>
                <p:cNvPr id="9" name="Subtitle 33">
                  <a:extLst>
                    <a:ext uri="{FF2B5EF4-FFF2-40B4-BE49-F238E27FC236}">
                      <a16:creationId xmlns:a16="http://schemas.microsoft.com/office/drawing/2014/main" id="{99BA6BE2-D87D-8315-2214-56EA51DCEE8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91629" y="390495"/>
                  <a:ext cx="4111773" cy="275989"/>
                </a:xfrm>
                <a:prstGeom prst="rect">
                  <a:avLst/>
                </a:prstGeom>
                <a:noFill/>
                <a:ln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defPPr>
                    <a:defRPr lang="en-US"/>
                  </a:defPPr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lang="en-US" sz="2800" b="0" kern="1200" baseline="0" dirty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:r>
                    <a:rPr lang="es-ES" sz="1600" noProof="0" dirty="0">
                      <a:solidFill>
                        <a:schemeClr val="accent1"/>
                      </a:solidFill>
                    </a:rPr>
                    <a:t>Indisponibilidad / Prepago Qvantel / SL1</a:t>
                  </a:r>
                </a:p>
              </p:txBody>
            </p:sp>
            <p:grpSp>
              <p:nvGrpSpPr>
                <p:cNvPr id="10" name="Grupo 9">
                  <a:extLst>
                    <a:ext uri="{FF2B5EF4-FFF2-40B4-BE49-F238E27FC236}">
                      <a16:creationId xmlns:a16="http://schemas.microsoft.com/office/drawing/2014/main" id="{747B0B98-719E-8CA1-D6A5-D1AFCC9495B8}"/>
                    </a:ext>
                  </a:extLst>
                </p:cNvPr>
                <p:cNvGrpSpPr/>
                <p:nvPr/>
              </p:nvGrpSpPr>
              <p:grpSpPr>
                <a:xfrm>
                  <a:off x="5112306" y="711552"/>
                  <a:ext cx="6174612" cy="431138"/>
                  <a:chOff x="5431098" y="1287090"/>
                  <a:chExt cx="6174612" cy="431138"/>
                </a:xfrm>
              </p:grpSpPr>
              <p:sp>
                <p:nvSpPr>
                  <p:cNvPr id="17" name="TextBox 11">
                    <a:extLst>
                      <a:ext uri="{FF2B5EF4-FFF2-40B4-BE49-F238E27FC236}">
                        <a16:creationId xmlns:a16="http://schemas.microsoft.com/office/drawing/2014/main" id="{01F468E8-7383-8A58-2534-A6946DB95EF6}"/>
                      </a:ext>
                    </a:extLst>
                  </p:cNvPr>
                  <p:cNvSpPr txBox="1"/>
                  <p:nvPr/>
                </p:nvSpPr>
                <p:spPr>
                  <a:xfrm>
                    <a:off x="5431099" y="1287090"/>
                    <a:ext cx="1518920" cy="215444"/>
                  </a:xfrm>
                  <a:prstGeom prst="rect">
                    <a:avLst/>
                  </a:prstGeom>
                </p:spPr>
                <p:txBody>
                  <a:bodyPr vert="horz" wrap="square" lIns="0" tIns="0" rIns="0" bIns="0" rtlCol="0" anchor="b" anchorCtr="0">
                    <a:spAutoFit/>
                  </a:bodyPr>
                  <a:lstStyle>
                    <a:defPPr>
                      <a:defRPr lang="en-US"/>
                    </a:defPPr>
                    <a:lvl1pPr marL="0" lvl="0" indent="0" algn="l" defTabSz="914400" rtl="0" eaLnBrk="1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ts val="300"/>
                      </a:spcAft>
                      <a:buFont typeface="Segoe UI" panose="020B0502040204020203" pitchFamily="34" charset="0"/>
                      <a:buChar char="​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1pPr>
                    <a:lvl2pPr marL="228600" lvl="1" indent="-2254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Wingdings" panose="05000000000000000000" pitchFamily="2" charset="2"/>
                      <a:buChar char="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2pPr>
                    <a:lvl3pPr marL="515938" lvl="2" indent="-287338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—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3pPr>
                    <a:lvl4pPr marL="742950" lvl="3" indent="-182563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»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4pPr>
                    <a:lvl5pPr marL="914400" lvl="4" indent="-1365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›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5pPr>
                    <a:lvl6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6pPr>
                    <a:lvl7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7pPr>
                    <a:lvl8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8pPr>
                    <a:lvl9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r>
                      <a:rPr lang="es-ES" sz="1400" b="1" noProof="0" dirty="0"/>
                      <a:t>ID</a:t>
                    </a:r>
                  </a:p>
                </p:txBody>
              </p:sp>
              <p:sp>
                <p:nvSpPr>
                  <p:cNvPr id="18" name="TextBox 13">
                    <a:extLst>
                      <a:ext uri="{FF2B5EF4-FFF2-40B4-BE49-F238E27FC236}">
                        <a16:creationId xmlns:a16="http://schemas.microsoft.com/office/drawing/2014/main" id="{8134BF11-3A6E-B7F7-76D1-ED0DF77BF825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8698" y="1288623"/>
                    <a:ext cx="1042379" cy="215444"/>
                  </a:xfrm>
                  <a:prstGeom prst="rect">
                    <a:avLst/>
                  </a:prstGeom>
                </p:spPr>
                <p:txBody>
                  <a:bodyPr vert="horz" wrap="square" lIns="0" tIns="0" rIns="0" bIns="0" rtlCol="0" anchor="b" anchorCtr="0">
                    <a:spAutoFit/>
                  </a:bodyPr>
                  <a:lstStyle>
                    <a:defPPr>
                      <a:defRPr lang="en-US"/>
                    </a:defPPr>
                    <a:lvl1pPr marL="0" lvl="0" indent="0" algn="l" defTabSz="914400" rtl="0" eaLnBrk="1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ts val="300"/>
                      </a:spcAft>
                      <a:buFont typeface="Segoe UI" panose="020B0502040204020203" pitchFamily="34" charset="0"/>
                      <a:buChar char="​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1pPr>
                    <a:lvl2pPr marL="228600" lvl="1" indent="-2254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Wingdings" panose="05000000000000000000" pitchFamily="2" charset="2"/>
                      <a:buChar char="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2pPr>
                    <a:lvl3pPr marL="515938" lvl="2" indent="-287338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—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3pPr>
                    <a:lvl4pPr marL="742950" lvl="3" indent="-182563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»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4pPr>
                    <a:lvl5pPr marL="914400" lvl="4" indent="-1365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›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5pPr>
                    <a:lvl6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6pPr>
                    <a:lvl7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7pPr>
                    <a:lvl8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8pPr>
                    <a:lvl9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r>
                      <a:rPr lang="es-ES" sz="1400" b="1" noProof="0" dirty="0"/>
                      <a:t>Duración</a:t>
                    </a:r>
                  </a:p>
                </p:txBody>
              </p:sp>
              <p:sp>
                <p:nvSpPr>
                  <p:cNvPr id="19" name="TextBox 14">
                    <a:extLst>
                      <a:ext uri="{FF2B5EF4-FFF2-40B4-BE49-F238E27FC236}">
                        <a16:creationId xmlns:a16="http://schemas.microsoft.com/office/drawing/2014/main" id="{6D940715-1F33-3A5D-3E4A-B46D9B3A11BD}"/>
                      </a:ext>
                    </a:extLst>
                  </p:cNvPr>
                  <p:cNvSpPr txBox="1"/>
                  <p:nvPr/>
                </p:nvSpPr>
                <p:spPr>
                  <a:xfrm>
                    <a:off x="8702782" y="1287090"/>
                    <a:ext cx="912283" cy="215444"/>
                  </a:xfrm>
                  <a:prstGeom prst="rect">
                    <a:avLst/>
                  </a:prstGeom>
                </p:spPr>
                <p:txBody>
                  <a:bodyPr vert="horz" wrap="square" lIns="0" tIns="0" rIns="0" bIns="0" rtlCol="0" anchor="b" anchorCtr="0">
                    <a:spAutoFit/>
                  </a:bodyPr>
                  <a:lstStyle>
                    <a:defPPr>
                      <a:defRPr lang="en-US"/>
                    </a:defPPr>
                    <a:lvl1pPr marL="0" lvl="0" indent="0" algn="l" defTabSz="914400" rtl="0" eaLnBrk="1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ts val="300"/>
                      </a:spcAft>
                      <a:buFont typeface="Segoe UI" panose="020B0502040204020203" pitchFamily="34" charset="0"/>
                      <a:buChar char="​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1pPr>
                    <a:lvl2pPr marL="228600" lvl="1" indent="-2254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Wingdings" panose="05000000000000000000" pitchFamily="2" charset="2"/>
                      <a:buChar char="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2pPr>
                    <a:lvl3pPr marL="515938" lvl="2" indent="-287338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—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3pPr>
                    <a:lvl4pPr marL="742950" lvl="3" indent="-182563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»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4pPr>
                    <a:lvl5pPr marL="914400" lvl="4" indent="-1365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›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5pPr>
                    <a:lvl6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6pPr>
                    <a:lvl7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7pPr>
                    <a:lvl8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8pPr>
                    <a:lvl9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r>
                      <a:rPr lang="es-ES" sz="1400" b="1" noProof="0" dirty="0"/>
                      <a:t>Fecha  </a:t>
                    </a:r>
                  </a:p>
                </p:txBody>
              </p:sp>
              <p:sp>
                <p:nvSpPr>
                  <p:cNvPr id="23" name="TextBox 15">
                    <a:extLst>
                      <a:ext uri="{FF2B5EF4-FFF2-40B4-BE49-F238E27FC236}">
                        <a16:creationId xmlns:a16="http://schemas.microsoft.com/office/drawing/2014/main" id="{6D10F30A-6558-22AF-CAC4-2185274AE417}"/>
                      </a:ext>
                    </a:extLst>
                  </p:cNvPr>
                  <p:cNvSpPr txBox="1"/>
                  <p:nvPr/>
                </p:nvSpPr>
                <p:spPr>
                  <a:xfrm>
                    <a:off x="5431098" y="1501702"/>
                    <a:ext cx="3181423" cy="210825"/>
                  </a:xfrm>
                  <a:prstGeom prst="rect">
                    <a:avLst/>
                  </a:prstGeom>
                </p:spPr>
                <p:txBody>
                  <a:bodyPr vert="horz" wrap="square" lIns="0" tIns="0" rIns="0" bIns="0" rtlCol="0" anchor="t" anchorCtr="0">
                    <a:spAutoFit/>
                  </a:bodyPr>
                  <a:lstStyle>
                    <a:defPPr>
                      <a:defRPr lang="en-US"/>
                    </a:defPPr>
                    <a:lvl1pPr marL="0" lvl="0" indent="0" algn="l" defTabSz="914400" rtl="0" eaLnBrk="1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ts val="300"/>
                      </a:spcAft>
                      <a:buFont typeface="Segoe UI" panose="020B0502040204020203" pitchFamily="34" charset="0"/>
                      <a:buChar char="​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1pPr>
                    <a:lvl2pPr marL="228600" lvl="1" indent="-2254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Wingdings" panose="05000000000000000000" pitchFamily="2" charset="2"/>
                      <a:buChar char="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2pPr>
                    <a:lvl3pPr marL="515938" lvl="2" indent="-287338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—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3pPr>
                    <a:lvl4pPr marL="742950" lvl="3" indent="-182563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»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4pPr>
                    <a:lvl5pPr marL="914400" lvl="4" indent="-1365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›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5pPr>
                    <a:lvl6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6pPr>
                    <a:lvl7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7pPr>
                    <a:lvl8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8pPr>
                    <a:lvl9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buNone/>
                    </a:pPr>
                    <a:r>
                      <a:rPr lang="es-ES" sz="1100" noProof="0" dirty="0"/>
                      <a:t>OPIT-917709</a:t>
                    </a:r>
                  </a:p>
                </p:txBody>
              </p:sp>
              <p:sp>
                <p:nvSpPr>
                  <p:cNvPr id="24" name="TextBox 18">
                    <a:extLst>
                      <a:ext uri="{FF2B5EF4-FFF2-40B4-BE49-F238E27FC236}">
                        <a16:creationId xmlns:a16="http://schemas.microsoft.com/office/drawing/2014/main" id="{0DC7AAEC-434E-328A-0374-BA097493FECF}"/>
                      </a:ext>
                    </a:extLst>
                  </p:cNvPr>
                  <p:cNvSpPr txBox="1"/>
                  <p:nvPr/>
                </p:nvSpPr>
                <p:spPr>
                  <a:xfrm>
                    <a:off x="8702783" y="1507403"/>
                    <a:ext cx="1382017" cy="210825"/>
                  </a:xfrm>
                  <a:prstGeom prst="rect">
                    <a:avLst/>
                  </a:prstGeom>
                </p:spPr>
                <p:txBody>
                  <a:bodyPr vert="horz" wrap="square" lIns="0" tIns="0" rIns="0" bIns="0" rtlCol="0" anchor="t" anchorCtr="0">
                    <a:spAutoFit/>
                  </a:bodyPr>
                  <a:lstStyle>
                    <a:defPPr>
                      <a:defRPr lang="en-US"/>
                    </a:defPPr>
                    <a:lvl1pPr marL="0" lvl="0" indent="0" algn="l" defTabSz="914400" rtl="0" eaLnBrk="1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ts val="300"/>
                      </a:spcAft>
                      <a:buFont typeface="Segoe UI" panose="020B0502040204020203" pitchFamily="34" charset="0"/>
                      <a:buChar char="​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1pPr>
                    <a:lvl2pPr marL="228600" lvl="1" indent="-2254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Wingdings" panose="05000000000000000000" pitchFamily="2" charset="2"/>
                      <a:buChar char="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2pPr>
                    <a:lvl3pPr marL="515938" lvl="2" indent="-287338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—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3pPr>
                    <a:lvl4pPr marL="742950" lvl="3" indent="-182563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»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4pPr>
                    <a:lvl5pPr marL="914400" lvl="4" indent="-1365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›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5pPr>
                    <a:lvl6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6pPr>
                    <a:lvl7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7pPr>
                    <a:lvl8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8pPr>
                    <a:lvl9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buNone/>
                    </a:pPr>
                    <a:r>
                      <a:rPr lang="es-ES" sz="1100" noProof="0" dirty="0"/>
                      <a:t>26/06/2026 17:53</a:t>
                    </a:r>
                  </a:p>
                </p:txBody>
              </p:sp>
              <p:sp>
                <p:nvSpPr>
                  <p:cNvPr id="25" name="TextBox 4">
                    <a:extLst>
                      <a:ext uri="{FF2B5EF4-FFF2-40B4-BE49-F238E27FC236}">
                        <a16:creationId xmlns:a16="http://schemas.microsoft.com/office/drawing/2014/main" id="{EBB97322-5DBF-8433-107C-87E0E61B49FB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8698" y="1505422"/>
                    <a:ext cx="1447012" cy="210826"/>
                  </a:xfrm>
                  <a:prstGeom prst="rect">
                    <a:avLst/>
                  </a:prstGeom>
                </p:spPr>
                <p:txBody>
                  <a:bodyPr vert="horz" wrap="square" lIns="0" tIns="0" rIns="0" bIns="0" rtlCol="0" anchor="t" anchorCtr="0">
                    <a:spAutoFit/>
                  </a:bodyPr>
                  <a:lstStyle>
                    <a:defPPr>
                      <a:defRPr lang="en-US"/>
                    </a:defPPr>
                    <a:lvl1pPr marL="0" lvl="0" indent="0" algn="l" defTabSz="914400" rtl="0" eaLnBrk="1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ts val="300"/>
                      </a:spcAft>
                      <a:buFont typeface="Segoe UI" panose="020B0502040204020203" pitchFamily="34" charset="0"/>
                      <a:buChar char="​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1pPr>
                    <a:lvl2pPr marL="228600" lvl="1" indent="-2254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Wingdings" panose="05000000000000000000" pitchFamily="2" charset="2"/>
                      <a:buChar char="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2pPr>
                    <a:lvl3pPr marL="515938" lvl="2" indent="-287338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—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3pPr>
                    <a:lvl4pPr marL="742950" lvl="3" indent="-182563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»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4pPr>
                    <a:lvl5pPr marL="914400" lvl="4" indent="-1365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›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5pPr>
                    <a:lvl6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6pPr>
                    <a:lvl7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7pPr>
                    <a:lvl8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8pPr>
                    <a:lvl9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buNone/>
                    </a:pPr>
                    <a:r>
                      <a:rPr lang="es-ES" sz="1100" noProof="0" dirty="0"/>
                      <a:t>3h 15min</a:t>
                    </a:r>
                  </a:p>
                </p:txBody>
              </p:sp>
            </p:grpSp>
            <p:grpSp>
              <p:nvGrpSpPr>
                <p:cNvPr id="11" name="Grupo 10">
                  <a:extLst>
                    <a:ext uri="{FF2B5EF4-FFF2-40B4-BE49-F238E27FC236}">
                      <a16:creationId xmlns:a16="http://schemas.microsoft.com/office/drawing/2014/main" id="{1DE0FDE4-5407-9671-F76F-D87F1364C572}"/>
                    </a:ext>
                  </a:extLst>
                </p:cNvPr>
                <p:cNvGrpSpPr/>
                <p:nvPr/>
              </p:nvGrpSpPr>
              <p:grpSpPr>
                <a:xfrm>
                  <a:off x="276149" y="1020399"/>
                  <a:ext cx="11109704" cy="839385"/>
                  <a:chOff x="433987" y="3215609"/>
                  <a:chExt cx="11109704" cy="839385"/>
                </a:xfrm>
              </p:grpSpPr>
              <p:cxnSp>
                <p:nvCxnSpPr>
                  <p:cNvPr id="12" name="LineSeparatorDefault 23">
                    <a:extLst>
                      <a:ext uri="{FF2B5EF4-FFF2-40B4-BE49-F238E27FC236}">
                        <a16:creationId xmlns:a16="http://schemas.microsoft.com/office/drawing/2014/main" id="{24CE7345-3014-E3C9-E650-09B1BBE473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1163" y="3509562"/>
                    <a:ext cx="11082528" cy="0"/>
                  </a:xfrm>
                  <a:prstGeom prst="straightConnector1">
                    <a:avLst/>
                  </a:prstGeom>
                  <a:ln w="12700" cap="flat">
                    <a:solidFill>
                      <a:srgbClr val="7F7F7F"/>
                    </a:solidFill>
                    <a:miter lim="800000"/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" name="TextBox 11">
                    <a:extLst>
                      <a:ext uri="{FF2B5EF4-FFF2-40B4-BE49-F238E27FC236}">
                        <a16:creationId xmlns:a16="http://schemas.microsoft.com/office/drawing/2014/main" id="{F3047987-3DE1-C6AD-1043-2EBD1F7CB621}"/>
                      </a:ext>
                    </a:extLst>
                  </p:cNvPr>
                  <p:cNvSpPr txBox="1"/>
                  <p:nvPr/>
                </p:nvSpPr>
                <p:spPr>
                  <a:xfrm>
                    <a:off x="433987" y="3281412"/>
                    <a:ext cx="1518920" cy="215444"/>
                  </a:xfrm>
                  <a:prstGeom prst="rect">
                    <a:avLst/>
                  </a:prstGeom>
                </p:spPr>
                <p:txBody>
                  <a:bodyPr vert="horz" wrap="square" lIns="0" tIns="0" rIns="0" bIns="0" rtlCol="0" anchor="b" anchorCtr="0">
                    <a:spAutoFit/>
                  </a:bodyPr>
                  <a:lstStyle>
                    <a:defPPr>
                      <a:defRPr lang="en-US"/>
                    </a:defPPr>
                    <a:lvl1pPr marL="0" lvl="0" indent="0" algn="l" defTabSz="914400" rtl="0" eaLnBrk="1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ts val="300"/>
                      </a:spcAft>
                      <a:buFont typeface="Segoe UI" panose="020B0502040204020203" pitchFamily="34" charset="0"/>
                      <a:buChar char="​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1pPr>
                    <a:lvl2pPr marL="228600" lvl="1" indent="-2254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Wingdings" panose="05000000000000000000" pitchFamily="2" charset="2"/>
                      <a:buChar char="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2pPr>
                    <a:lvl3pPr marL="515938" lvl="2" indent="-287338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—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3pPr>
                    <a:lvl4pPr marL="742950" lvl="3" indent="-182563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»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4pPr>
                    <a:lvl5pPr marL="914400" lvl="4" indent="-1365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›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5pPr>
                    <a:lvl6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6pPr>
                    <a:lvl7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7pPr>
                    <a:lvl8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8pPr>
                    <a:lvl9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r>
                      <a:rPr lang="es-ES" sz="1400" b="1" noProof="0" dirty="0"/>
                      <a:t>Impacto</a:t>
                    </a:r>
                  </a:p>
                </p:txBody>
              </p:sp>
              <p:sp>
                <p:nvSpPr>
                  <p:cNvPr id="14" name="TextBox 12">
                    <a:extLst>
                      <a:ext uri="{FF2B5EF4-FFF2-40B4-BE49-F238E27FC236}">
                        <a16:creationId xmlns:a16="http://schemas.microsoft.com/office/drawing/2014/main" id="{0AA55417-C44B-F8C7-B003-AAB02FA6EA47}"/>
                      </a:ext>
                    </a:extLst>
                  </p:cNvPr>
                  <p:cNvSpPr txBox="1"/>
                  <p:nvPr/>
                </p:nvSpPr>
                <p:spPr>
                  <a:xfrm>
                    <a:off x="7635503" y="3215609"/>
                    <a:ext cx="3857372" cy="268323"/>
                  </a:xfrm>
                  <a:prstGeom prst="rect">
                    <a:avLst/>
                  </a:prstGeom>
                </p:spPr>
                <p:txBody>
                  <a:bodyPr vert="horz" wrap="square" lIns="0" tIns="0" rIns="0" bIns="0" rtlCol="0" anchor="b" anchorCtr="0">
                    <a:spAutoFit/>
                  </a:bodyPr>
                  <a:lstStyle>
                    <a:defPPr>
                      <a:defRPr lang="en-US"/>
                    </a:defPPr>
                    <a:lvl1pPr marL="0" lvl="0" indent="0" algn="l" defTabSz="914400" rtl="0" eaLnBrk="1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ts val="300"/>
                      </a:spcAft>
                      <a:buFont typeface="Segoe UI" panose="020B0502040204020203" pitchFamily="34" charset="0"/>
                      <a:buChar char="​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1pPr>
                    <a:lvl2pPr marL="228600" lvl="1" indent="-2254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Wingdings" panose="05000000000000000000" pitchFamily="2" charset="2"/>
                      <a:buChar char="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2pPr>
                    <a:lvl3pPr marL="515938" lvl="2" indent="-287338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—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3pPr>
                    <a:lvl4pPr marL="742950" lvl="3" indent="-182563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»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4pPr>
                    <a:lvl5pPr marL="914400" lvl="4" indent="-1365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›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5pPr>
                    <a:lvl6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6pPr>
                    <a:lvl7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7pPr>
                    <a:lvl8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8pPr>
                    <a:lvl9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r>
                      <a:rPr lang="es-ES" sz="1400" b="1" noProof="0" dirty="0">
                        <a:cs typeface="Arial"/>
                      </a:rPr>
                      <a:t>Solución </a:t>
                    </a:r>
                  </a:p>
                </p:txBody>
              </p:sp>
              <p:sp>
                <p:nvSpPr>
                  <p:cNvPr id="15" name="TextBox 13">
                    <a:extLst>
                      <a:ext uri="{FF2B5EF4-FFF2-40B4-BE49-F238E27FC236}">
                        <a16:creationId xmlns:a16="http://schemas.microsoft.com/office/drawing/2014/main" id="{843E49B9-CF6C-3DC7-8698-30ACEB32563F}"/>
                      </a:ext>
                    </a:extLst>
                  </p:cNvPr>
                  <p:cNvSpPr txBox="1"/>
                  <p:nvPr/>
                </p:nvSpPr>
                <p:spPr>
                  <a:xfrm>
                    <a:off x="3934708" y="3281412"/>
                    <a:ext cx="1042379" cy="215444"/>
                  </a:xfrm>
                  <a:prstGeom prst="rect">
                    <a:avLst/>
                  </a:prstGeom>
                </p:spPr>
                <p:txBody>
                  <a:bodyPr vert="horz" wrap="square" lIns="0" tIns="0" rIns="0" bIns="0" rtlCol="0" anchor="b" anchorCtr="0">
                    <a:spAutoFit/>
                  </a:bodyPr>
                  <a:lstStyle>
                    <a:defPPr>
                      <a:defRPr lang="en-US"/>
                    </a:defPPr>
                    <a:lvl1pPr marL="0" lvl="0" indent="0" algn="l" defTabSz="914400" rtl="0" eaLnBrk="1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ts val="300"/>
                      </a:spcAft>
                      <a:buFont typeface="Segoe UI" panose="020B0502040204020203" pitchFamily="34" charset="0"/>
                      <a:buChar char="​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1pPr>
                    <a:lvl2pPr marL="228600" lvl="1" indent="-2254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Wingdings" panose="05000000000000000000" pitchFamily="2" charset="2"/>
                      <a:buChar char="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2pPr>
                    <a:lvl3pPr marL="515938" lvl="2" indent="-287338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—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3pPr>
                    <a:lvl4pPr marL="742950" lvl="3" indent="-182563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»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4pPr>
                    <a:lvl5pPr marL="914400" lvl="4" indent="-1365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›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5pPr>
                    <a:lvl6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6pPr>
                    <a:lvl7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7pPr>
                    <a:lvl8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8pPr>
                    <a:lvl9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r>
                      <a:rPr lang="es-ES" sz="1400" b="1" noProof="0" dirty="0"/>
                      <a:t>Causa</a:t>
                    </a:r>
                  </a:p>
                </p:txBody>
              </p:sp>
              <p:sp>
                <p:nvSpPr>
                  <p:cNvPr id="16" name="TextBox 16">
                    <a:extLst>
                      <a:ext uri="{FF2B5EF4-FFF2-40B4-BE49-F238E27FC236}">
                        <a16:creationId xmlns:a16="http://schemas.microsoft.com/office/drawing/2014/main" id="{D18A10E7-741E-4751-A356-8FFC59A663D3}"/>
                      </a:ext>
                    </a:extLst>
                  </p:cNvPr>
                  <p:cNvSpPr txBox="1"/>
                  <p:nvPr/>
                </p:nvSpPr>
                <p:spPr>
                  <a:xfrm>
                    <a:off x="461163" y="3633344"/>
                    <a:ext cx="3418070" cy="421650"/>
                  </a:xfrm>
                  <a:prstGeom prst="rect">
                    <a:avLst/>
                  </a:prstGeom>
                  <a:noFill/>
                </p:spPr>
                <p:txBody>
                  <a:bodyPr vert="horz" wrap="square" lIns="0" tIns="0" rIns="0" bIns="0" rtlCol="0" anchor="t" anchorCtr="0">
                    <a:spAutoFit/>
                  </a:bodyPr>
                  <a:lstStyle>
                    <a:defPPr>
                      <a:defRPr lang="en-US"/>
                    </a:defPPr>
                    <a:lvl1pPr marL="0" lvl="0" indent="0" algn="l" defTabSz="914400" rtl="0" eaLnBrk="1" latinLnBrk="0" hangingPunct="1">
                      <a:lnSpc>
                        <a:spcPct val="100000"/>
                      </a:lnSpc>
                      <a:spcBef>
                        <a:spcPts val="300"/>
                      </a:spcBef>
                      <a:spcAft>
                        <a:spcPts val="300"/>
                      </a:spcAft>
                      <a:buFont typeface="Segoe UI" panose="020B0502040204020203" pitchFamily="34" charset="0"/>
                      <a:buChar char="​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1pPr>
                    <a:lvl2pPr marL="228600" lvl="1" indent="-2254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Wingdings" panose="05000000000000000000" pitchFamily="2" charset="2"/>
                      <a:buChar char="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2pPr>
                    <a:lvl3pPr marL="515938" lvl="2" indent="-287338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—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3pPr>
                    <a:lvl4pPr marL="742950" lvl="3" indent="-182563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Font typeface="Arial" panose="020B0604020202020204" pitchFamily="34" charset="0"/>
                      <a:buChar char="»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4pPr>
                    <a:lvl5pPr marL="914400" lvl="4" indent="-136525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›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5pPr>
                    <a:lvl6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6pPr>
                    <a:lvl7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7pPr>
                    <a:lvl8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8pPr>
                    <a:lvl9pPr marL="1085850" indent="-171450" algn="l" defTabSz="914400" rtl="0" eaLnBrk="1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300"/>
                      </a:spcAft>
                      <a:buSzPct val="100000"/>
                      <a:buFont typeface="Arial" panose="020B0604020202020204" pitchFamily="34" charset="0"/>
                      <a:buChar char="▫"/>
                      <a:defRPr sz="1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defRPr>
                    </a:lvl9pPr>
                  </a:lstStyle>
                  <a:p>
                    <a:pPr lvl="1">
                      <a:buClr>
                        <a:schemeClr val="accent1"/>
                      </a:buClr>
                    </a:pPr>
                    <a:r>
                      <a:rPr lang="es-ES" sz="1100" noProof="0" dirty="0"/>
                      <a:t>Indisponibilidad de activaciones, recargas y bonos para las marcas de prepago de Lebara y Llamaya</a:t>
                    </a:r>
                  </a:p>
                </p:txBody>
              </p:sp>
            </p:grpSp>
          </p:grpSp>
        </p:grpSp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7C0417F6-FCE8-9FE7-919F-0FD787FEAC8A}"/>
                </a:ext>
              </a:extLst>
            </p:cNvPr>
            <p:cNvSpPr txBox="1"/>
            <p:nvPr/>
          </p:nvSpPr>
          <p:spPr>
            <a:xfrm>
              <a:off x="3915747" y="1598047"/>
              <a:ext cx="3541217" cy="50783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spAutoFit/>
            </a:bodyPr>
            <a:lstStyle>
              <a:defPPr>
                <a:defRPr lang="en-US"/>
              </a:defPPr>
              <a:lvl1pPr marL="0" lv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228600" lvl="1" indent="-22542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515938" lvl="2" indent="-28733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742950" lvl="3" indent="-18256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914400" lvl="4" indent="-13652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 lvl="1">
                <a:buClr>
                  <a:schemeClr val="accent1"/>
                </a:buClr>
              </a:pPr>
              <a:r>
                <a:rPr lang="es-ES" sz="1100" noProof="0" dirty="0"/>
                <a:t>Lanzamiento masivo de bonos a Venezuela, de forma simultanea desde un gestor de campañas desconocido, que saturaron el sistema</a:t>
              </a:r>
              <a:endParaRPr lang="es-ES" sz="1200" noProof="0" dirty="0"/>
            </a:p>
          </p:txBody>
        </p:sp>
        <p:sp>
          <p:nvSpPr>
            <p:cNvPr id="5" name="TextBox 16">
              <a:extLst>
                <a:ext uri="{FF2B5EF4-FFF2-40B4-BE49-F238E27FC236}">
                  <a16:creationId xmlns:a16="http://schemas.microsoft.com/office/drawing/2014/main" id="{0BB09050-0512-5601-5F3F-1FE01F12C7E6}"/>
                </a:ext>
              </a:extLst>
            </p:cNvPr>
            <p:cNvSpPr txBox="1"/>
            <p:nvPr/>
          </p:nvSpPr>
          <p:spPr>
            <a:xfrm>
              <a:off x="7735939" y="1599602"/>
              <a:ext cx="3541217" cy="67710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spAutoFit/>
            </a:bodyPr>
            <a:lstStyle>
              <a:defPPr>
                <a:defRPr lang="en-US"/>
              </a:defPPr>
              <a:lvl1pPr marL="0" lv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228600" lvl="1" indent="-22542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515938" lvl="2" indent="-28733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742950" lvl="3" indent="-18256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914400" lvl="4" indent="-13652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 lvl="1">
                <a:buClr>
                  <a:schemeClr val="accent1"/>
                </a:buClr>
              </a:pPr>
              <a:r>
                <a:rPr lang="es-ES" sz="1100" noProof="0" dirty="0"/>
                <a:t>Para solventar la incidencia se detuvo la ejecución masiva de bonos para Venezuela, recuperando de esta manera el rendimiento habitual del aplicativo y mitigando el impacto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0549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AA65F-0D36-8AE1-473C-4361200BF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492111F9-F08E-A1D0-77FC-16AA422695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53" imgH="354" progId="TCLayout.ActiveDocument.1">
                  <p:embed/>
                </p:oleObj>
              </mc:Choice>
              <mc:Fallback>
                <p:oleObj name="think-cell Slide" r:id="rId8" imgW="353" imgH="35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492111F9-F08E-A1D0-77FC-16AA422695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ítulo 3">
            <a:extLst>
              <a:ext uri="{FF2B5EF4-FFF2-40B4-BE49-F238E27FC236}">
                <a16:creationId xmlns:a16="http://schemas.microsoft.com/office/drawing/2014/main" id="{A7029DB5-8C46-6159-62CD-3C201B534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" y="108000"/>
            <a:ext cx="8391231" cy="369332"/>
          </a:xfrm>
        </p:spPr>
        <p:txBody>
          <a:bodyPr/>
          <a:lstStyle/>
          <a:p>
            <a:r>
              <a:rPr lang="es-ES" sz="2400" noProof="0" dirty="0"/>
              <a:t>Incidencias RED  (&gt; 5000 CLIENTES)</a:t>
            </a:r>
          </a:p>
        </p:txBody>
      </p:sp>
      <p:grpSp>
        <p:nvGrpSpPr>
          <p:cNvPr id="2" name="Grupo 79">
            <a:extLst>
              <a:ext uri="{FF2B5EF4-FFF2-40B4-BE49-F238E27FC236}">
                <a16:creationId xmlns:a16="http://schemas.microsoft.com/office/drawing/2014/main" id="{71FF8A33-F2A3-762F-46BB-3BFE4E8B6362}"/>
              </a:ext>
            </a:extLst>
          </p:cNvPr>
          <p:cNvGrpSpPr/>
          <p:nvPr/>
        </p:nvGrpSpPr>
        <p:grpSpPr>
          <a:xfrm>
            <a:off x="281835" y="654613"/>
            <a:ext cx="11217907" cy="1937419"/>
            <a:chOff x="281835" y="654613"/>
            <a:chExt cx="11217907" cy="1937419"/>
          </a:xfrm>
        </p:grpSpPr>
        <p:grpSp>
          <p:nvGrpSpPr>
            <p:cNvPr id="3" name="Grupo 80">
              <a:extLst>
                <a:ext uri="{FF2B5EF4-FFF2-40B4-BE49-F238E27FC236}">
                  <a16:creationId xmlns:a16="http://schemas.microsoft.com/office/drawing/2014/main" id="{DD8B2271-4880-6465-8983-1DC1175A03B9}"/>
                </a:ext>
              </a:extLst>
            </p:cNvPr>
            <p:cNvGrpSpPr/>
            <p:nvPr/>
          </p:nvGrpSpPr>
          <p:grpSpPr>
            <a:xfrm>
              <a:off x="281835" y="654613"/>
              <a:ext cx="11217907" cy="1937419"/>
              <a:chOff x="281835" y="654613"/>
              <a:chExt cx="11217907" cy="1937419"/>
            </a:xfrm>
          </p:grpSpPr>
          <p:sp>
            <p:nvSpPr>
              <p:cNvPr id="5" name="Subtitle 33">
                <a:extLst>
                  <a:ext uri="{FF2B5EF4-FFF2-40B4-BE49-F238E27FC236}">
                    <a16:creationId xmlns:a16="http://schemas.microsoft.com/office/drawing/2014/main" id="{0A6A4D6B-26C4-68FD-F8EB-EBA37EDA9C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5986" y="654613"/>
                <a:ext cx="4399266" cy="443198"/>
              </a:xfrm>
              <a:prstGeom prst="rect">
                <a:avLst/>
              </a:prstGeom>
              <a:noFill/>
              <a:ln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0" tIns="0" rIns="0" bIns="0" rtlCol="0" anchor="t" anchorCtr="0">
                <a:spAutoFit/>
              </a:bodyPr>
              <a:lstStyle>
                <a:defPPr>
                  <a:defRPr lang="en-US"/>
                </a:defPPr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lang="en-US" sz="2800" b="0" kern="1200" baseline="0" dirty="0">
                    <a:solidFill>
                      <a:schemeClr val="accent4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s-ES" sz="1600" noProof="0" dirty="0">
                    <a:solidFill>
                      <a:schemeClr val="accent1"/>
                    </a:solidFill>
                    <a:latin typeface="Arial"/>
                    <a:cs typeface="Arial"/>
                  </a:rPr>
                  <a:t>Pérdida de servicio FTTH y móvil en localidades de la provincia de MÁLAGA</a:t>
                </a:r>
                <a:endParaRPr lang="es-ES" sz="1600" noProof="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7" name="Grupo 83">
                <a:extLst>
                  <a:ext uri="{FF2B5EF4-FFF2-40B4-BE49-F238E27FC236}">
                    <a16:creationId xmlns:a16="http://schemas.microsoft.com/office/drawing/2014/main" id="{9CDDC237-7E65-19D0-1A19-6897C9A4C213}"/>
                  </a:ext>
                </a:extLst>
              </p:cNvPr>
              <p:cNvGrpSpPr/>
              <p:nvPr/>
            </p:nvGrpSpPr>
            <p:grpSpPr>
              <a:xfrm>
                <a:off x="5090817" y="687380"/>
                <a:ext cx="6384781" cy="415539"/>
                <a:chOff x="5090817" y="687380"/>
                <a:chExt cx="6384781" cy="415539"/>
              </a:xfrm>
            </p:grpSpPr>
            <p:sp>
              <p:nvSpPr>
                <p:cNvPr id="17" name="TextBox 11">
                  <a:extLst>
                    <a:ext uri="{FF2B5EF4-FFF2-40B4-BE49-F238E27FC236}">
                      <a16:creationId xmlns:a16="http://schemas.microsoft.com/office/drawing/2014/main" id="{72F40D51-D33A-8C51-AF66-D166015C8FED}"/>
                    </a:ext>
                  </a:extLst>
                </p:cNvPr>
                <p:cNvSpPr txBox="1"/>
                <p:nvPr/>
              </p:nvSpPr>
              <p:spPr>
                <a:xfrm>
                  <a:off x="5090817" y="713330"/>
                  <a:ext cx="1518920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ID</a:t>
                  </a:r>
                </a:p>
              </p:txBody>
            </p:sp>
            <p:sp>
              <p:nvSpPr>
                <p:cNvPr id="18" name="TextBox 13">
                  <a:extLst>
                    <a:ext uri="{FF2B5EF4-FFF2-40B4-BE49-F238E27FC236}">
                      <a16:creationId xmlns:a16="http://schemas.microsoft.com/office/drawing/2014/main" id="{FDBED457-9877-C4AB-BC9F-94D7D7B83DC2}"/>
                    </a:ext>
                  </a:extLst>
                </p:cNvPr>
                <p:cNvSpPr txBox="1"/>
                <p:nvPr/>
              </p:nvSpPr>
              <p:spPr>
                <a:xfrm>
                  <a:off x="9818416" y="687380"/>
                  <a:ext cx="1042379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Duración</a:t>
                  </a:r>
                </a:p>
              </p:txBody>
            </p:sp>
            <p:sp>
              <p:nvSpPr>
                <p:cNvPr id="19" name="TextBox 14">
                  <a:extLst>
                    <a:ext uri="{FF2B5EF4-FFF2-40B4-BE49-F238E27FC236}">
                      <a16:creationId xmlns:a16="http://schemas.microsoft.com/office/drawing/2014/main" id="{A1698242-807F-8B84-1F56-366ACA64001C}"/>
                    </a:ext>
                  </a:extLst>
                </p:cNvPr>
                <p:cNvSpPr txBox="1"/>
                <p:nvPr/>
              </p:nvSpPr>
              <p:spPr>
                <a:xfrm>
                  <a:off x="8155912" y="713329"/>
                  <a:ext cx="1118871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Fecha  </a:t>
                  </a:r>
                </a:p>
              </p:txBody>
            </p:sp>
            <p:sp>
              <p:nvSpPr>
                <p:cNvPr id="20" name="TextBox 18">
                  <a:extLst>
                    <a:ext uri="{FF2B5EF4-FFF2-40B4-BE49-F238E27FC236}">
                      <a16:creationId xmlns:a16="http://schemas.microsoft.com/office/drawing/2014/main" id="{DC1E312E-FB87-CD02-253C-89A22D71C7F4}"/>
                    </a:ext>
                  </a:extLst>
                </p:cNvPr>
                <p:cNvSpPr txBox="1"/>
                <p:nvPr/>
              </p:nvSpPr>
              <p:spPr>
                <a:xfrm>
                  <a:off x="8146769" y="933642"/>
                  <a:ext cx="1588605" cy="16927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>
                    <a:buNone/>
                  </a:pPr>
                  <a:r>
                    <a:rPr lang="es-ES" sz="1100" noProof="0" dirty="0">
                      <a:latin typeface="Arial"/>
                      <a:cs typeface="Arial"/>
                    </a:rPr>
                    <a:t>22/06/2026 13:05</a:t>
                  </a:r>
                  <a:endParaRPr lang="es-ES" noProof="0" dirty="0"/>
                </a:p>
              </p:txBody>
            </p:sp>
            <p:sp>
              <p:nvSpPr>
                <p:cNvPr id="21" name="TextBox 4">
                  <a:extLst>
                    <a:ext uri="{FF2B5EF4-FFF2-40B4-BE49-F238E27FC236}">
                      <a16:creationId xmlns:a16="http://schemas.microsoft.com/office/drawing/2014/main" id="{BFD9C02E-B6A3-AC95-B5A7-9A264562F915}"/>
                    </a:ext>
                  </a:extLst>
                </p:cNvPr>
                <p:cNvSpPr txBox="1"/>
                <p:nvPr/>
              </p:nvSpPr>
              <p:spPr>
                <a:xfrm>
                  <a:off x="9828575" y="902824"/>
                  <a:ext cx="1647023" cy="16927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100" noProof="0" dirty="0">
                      <a:latin typeface="Arial"/>
                      <a:cs typeface="Arial"/>
                    </a:rPr>
                    <a:t>0h </a:t>
                  </a:r>
                  <a:r>
                    <a:rPr lang="es-ES" sz="1100" noProof="0" dirty="0">
                      <a:highlight>
                        <a:srgbClr val="FFFF00"/>
                      </a:highlight>
                      <a:latin typeface="Arial"/>
                      <a:cs typeface="Arial"/>
                    </a:rPr>
                    <a:t>31m</a:t>
                  </a:r>
                  <a:endParaRPr lang="es-ES" sz="1100" noProof="0" dirty="0">
                    <a:highlight>
                      <a:srgbClr val="FFFF00"/>
                    </a:highlight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8" name="Grupo 84">
                <a:extLst>
                  <a:ext uri="{FF2B5EF4-FFF2-40B4-BE49-F238E27FC236}">
                    <a16:creationId xmlns:a16="http://schemas.microsoft.com/office/drawing/2014/main" id="{86832D41-F228-C5CB-1A6C-F542E903BCA8}"/>
                  </a:ext>
                </a:extLst>
              </p:cNvPr>
              <p:cNvGrpSpPr/>
              <p:nvPr/>
            </p:nvGrpSpPr>
            <p:grpSpPr>
              <a:xfrm>
                <a:off x="281835" y="1325051"/>
                <a:ext cx="11217907" cy="1266981"/>
                <a:chOff x="281835" y="1325051"/>
                <a:chExt cx="11217907" cy="1266981"/>
              </a:xfrm>
            </p:grpSpPr>
            <p:cxnSp>
              <p:nvCxnSpPr>
                <p:cNvPr id="9" name="LineSeparatorDefault 23">
                  <a:extLst>
                    <a:ext uri="{FF2B5EF4-FFF2-40B4-BE49-F238E27FC236}">
                      <a16:creationId xmlns:a16="http://schemas.microsoft.com/office/drawing/2014/main" id="{57B7B224-4332-871F-FF26-959186E1D5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1835" y="2592032"/>
                  <a:ext cx="11082528" cy="0"/>
                </a:xfrm>
                <a:prstGeom prst="straightConnector1">
                  <a:avLst/>
                </a:prstGeom>
                <a:ln w="6350" cap="flat">
                  <a:solidFill>
                    <a:schemeClr val="accent1"/>
                  </a:solidFill>
                  <a:miter lim="800000"/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LineSeparatorDefault 23">
                  <a:extLst>
                    <a:ext uri="{FF2B5EF4-FFF2-40B4-BE49-F238E27FC236}">
                      <a16:creationId xmlns:a16="http://schemas.microsoft.com/office/drawing/2014/main" id="{0AC5E60C-F201-3487-6CEB-13E1D3C6EA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9013" y="1569957"/>
                  <a:ext cx="11082528" cy="0"/>
                </a:xfrm>
                <a:prstGeom prst="straightConnector1">
                  <a:avLst/>
                </a:prstGeom>
                <a:ln w="12700" cap="flat">
                  <a:solidFill>
                    <a:srgbClr val="7F7F7F"/>
                  </a:solidFill>
                  <a:miter lim="800000"/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TextBox 11">
                  <a:extLst>
                    <a:ext uri="{FF2B5EF4-FFF2-40B4-BE49-F238E27FC236}">
                      <a16:creationId xmlns:a16="http://schemas.microsoft.com/office/drawing/2014/main" id="{C18558AF-18B2-4B80-A3AE-EE74767A418F}"/>
                    </a:ext>
                  </a:extLst>
                </p:cNvPr>
                <p:cNvSpPr txBox="1"/>
                <p:nvPr/>
              </p:nvSpPr>
              <p:spPr>
                <a:xfrm>
                  <a:off x="309013" y="1325051"/>
                  <a:ext cx="1518920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Impacto</a:t>
                  </a:r>
                </a:p>
              </p:txBody>
            </p:sp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ABB50038-F53A-D4D4-223B-E42B4A532205}"/>
                    </a:ext>
                  </a:extLst>
                </p:cNvPr>
                <p:cNvSpPr txBox="1"/>
                <p:nvPr/>
              </p:nvSpPr>
              <p:spPr>
                <a:xfrm>
                  <a:off x="7230874" y="1354512"/>
                  <a:ext cx="4268868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Solución </a:t>
                  </a:r>
                </a:p>
              </p:txBody>
            </p:sp>
            <p:sp>
              <p:nvSpPr>
                <p:cNvPr id="13" name="TextBox 13">
                  <a:extLst>
                    <a:ext uri="{FF2B5EF4-FFF2-40B4-BE49-F238E27FC236}">
                      <a16:creationId xmlns:a16="http://schemas.microsoft.com/office/drawing/2014/main" id="{F81D3311-6553-4C6D-4980-1EC91175B0D8}"/>
                    </a:ext>
                  </a:extLst>
                </p:cNvPr>
                <p:cNvSpPr txBox="1"/>
                <p:nvPr/>
              </p:nvSpPr>
              <p:spPr>
                <a:xfrm>
                  <a:off x="3528281" y="1330037"/>
                  <a:ext cx="1042379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Causa</a:t>
                  </a:r>
                </a:p>
              </p:txBody>
            </p:sp>
            <p:sp>
              <p:nvSpPr>
                <p:cNvPr id="14" name="TextBox 16">
                  <a:extLst>
                    <a:ext uri="{FF2B5EF4-FFF2-40B4-BE49-F238E27FC236}">
                      <a16:creationId xmlns:a16="http://schemas.microsoft.com/office/drawing/2014/main" id="{CF4131E6-260E-D33B-E7B6-D3F8EE393F24}"/>
                    </a:ext>
                  </a:extLst>
                </p:cNvPr>
                <p:cNvSpPr txBox="1"/>
                <p:nvPr/>
              </p:nvSpPr>
              <p:spPr>
                <a:xfrm>
                  <a:off x="281835" y="1628883"/>
                  <a:ext cx="3034369" cy="846386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marL="171450" indent="-17145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1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 dirty="0">
                      <a:latin typeface="Arial"/>
                      <a:cs typeface="Arial"/>
                    </a:rPr>
                    <a:t>Clientes de FTTH: 10,6K</a:t>
                  </a:r>
                </a:p>
                <a:p>
                  <a:pPr marL="171450" indent="-17145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1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 dirty="0">
                      <a:cs typeface="Arial"/>
                    </a:rPr>
                    <a:t>7,3K clientes de móvil (32 nodos)</a:t>
                  </a:r>
                </a:p>
                <a:p>
                  <a:pPr marL="171450" indent="-17145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7800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 dirty="0">
                      <a:latin typeface="Arial"/>
                      <a:cs typeface="Arial"/>
                    </a:rPr>
                    <a:t>TTs MM/KRT: 33</a:t>
                  </a:r>
                </a:p>
                <a:p>
                  <a:pPr marL="171450" indent="-17145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7800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 dirty="0">
                      <a:latin typeface="Arial"/>
                      <a:cs typeface="Arial"/>
                    </a:rPr>
                    <a:t>TTs OSP/JZZ: 84</a:t>
                  </a:r>
                </a:p>
                <a:p>
                  <a:pPr marL="171450" indent="-17145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7800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 dirty="0">
                      <a:cs typeface="Arial"/>
                    </a:rPr>
                    <a:t>Llamadas/Consultas Brújula: 11</a:t>
                  </a:r>
                  <a:endParaRPr lang="es-ES" sz="1100" noProof="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15" name="TextBox 16">
                  <a:extLst>
                    <a:ext uri="{FF2B5EF4-FFF2-40B4-BE49-F238E27FC236}">
                      <a16:creationId xmlns:a16="http://schemas.microsoft.com/office/drawing/2014/main" id="{ADFF6824-067F-6A17-A6DD-8B8E97B93DCF}"/>
                    </a:ext>
                  </a:extLst>
                </p:cNvPr>
                <p:cNvSpPr txBox="1"/>
                <p:nvPr/>
              </p:nvSpPr>
              <p:spPr>
                <a:xfrm>
                  <a:off x="3482956" y="1637593"/>
                  <a:ext cx="3454485" cy="169277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lvl="1">
                    <a:buClr>
                      <a:schemeClr val="accent1"/>
                    </a:buClr>
                  </a:pPr>
                  <a:r>
                    <a:rPr lang="es-ES" sz="1100" noProof="0" dirty="0">
                      <a:solidFill>
                        <a:srgbClr val="000000"/>
                      </a:solidFill>
                      <a:cs typeface="Arial"/>
                    </a:rPr>
                    <a:t>Corte de fibra en red de Telefónica.</a:t>
                  </a:r>
                  <a:endParaRPr lang="es-ES" noProof="0" dirty="0"/>
                </a:p>
              </p:txBody>
            </p:sp>
            <p:sp>
              <p:nvSpPr>
                <p:cNvPr id="16" name="TextBox 16">
                  <a:extLst>
                    <a:ext uri="{FF2B5EF4-FFF2-40B4-BE49-F238E27FC236}">
                      <a16:creationId xmlns:a16="http://schemas.microsoft.com/office/drawing/2014/main" id="{7065AEAE-AB21-6248-E4AA-065E4F387819}"/>
                    </a:ext>
                  </a:extLst>
                </p:cNvPr>
                <p:cNvSpPr txBox="1"/>
                <p:nvPr/>
              </p:nvSpPr>
              <p:spPr>
                <a:xfrm>
                  <a:off x="7230874" y="1646586"/>
                  <a:ext cx="4268867" cy="169277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defPPr>
                    <a:defRPr lang="en-US"/>
                  </a:defPPr>
                  <a:lvl1pPr marL="0" lvl="0" indent="0" algn="l" defTabSz="914400" rtl="0" eaLnBrk="1" latinLnBrk="0" hangingPunct="1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1pPr>
                  <a:lvl2pPr marL="228600" lvl="1" indent="-2254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2pPr>
                  <a:lvl3pPr marL="515938" lvl="2" indent="-287338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3pPr>
                  <a:lvl4pPr marL="742950" lvl="3" indent="-182563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4pPr>
                  <a:lvl5pPr marL="914400" lvl="4" indent="-136525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5pPr>
                  <a:lvl6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6pPr>
                  <a:lvl7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7pPr>
                  <a:lvl8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8pPr>
                  <a:lvl9pPr marL="1085850" indent="-171450" algn="l" defTabSz="9144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Arial" panose="020B0604020202020204" pitchFamily="34" charset="0"/>
                    </a:defRPr>
                  </a:lvl9pPr>
                </a:lstStyle>
                <a:p>
                  <a:pPr marL="171450" indent="-171450" defTabSz="685783">
                    <a:spcBef>
                      <a:spcPts val="225"/>
                    </a:spcBef>
                    <a:spcAft>
                      <a:spcPts val="225"/>
                    </a:spcAft>
                    <a:buClr>
                      <a:srgbClr val="FF7900"/>
                    </a:buClr>
                    <a:buFont typeface="Arial" panose="020B0604020202020204" pitchFamily="34" charset="0"/>
                    <a:buChar char="•"/>
                  </a:pPr>
                  <a:r>
                    <a:rPr lang="es-ES" sz="1100" noProof="0" dirty="0">
                      <a:cs typeface="Arial"/>
                    </a:rPr>
                    <a:t>Recuperado tras intervención de TESA.</a:t>
                  </a:r>
                  <a:endParaRPr lang="es-ES" sz="1100" noProof="0" dirty="0">
                    <a:latin typeface="Arial" panose="020B0604020202020204" pitchFamily="34" charset="0"/>
                    <a:ea typeface="Calibri"/>
                    <a:cs typeface="Arial"/>
                  </a:endParaRPr>
                </a:p>
              </p:txBody>
            </p:sp>
          </p:grpSp>
        </p:grpSp>
        <p:sp>
          <p:nvSpPr>
            <p:cNvPr id="4" name="TextBox 15">
              <a:extLst>
                <a:ext uri="{FF2B5EF4-FFF2-40B4-BE49-F238E27FC236}">
                  <a16:creationId xmlns:a16="http://schemas.microsoft.com/office/drawing/2014/main" id="{06F38063-3E9A-DC07-ACD9-D93591C1D734}"/>
                </a:ext>
              </a:extLst>
            </p:cNvPr>
            <p:cNvSpPr txBox="1"/>
            <p:nvPr/>
          </p:nvSpPr>
          <p:spPr>
            <a:xfrm>
              <a:off x="5090817" y="901177"/>
              <a:ext cx="2395231" cy="45397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defPPr>
                <a:defRPr lang="en-US"/>
              </a:defPPr>
              <a:lvl1pPr marL="0" lv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1pPr>
              <a:lvl2pPr marL="228600" lvl="1" indent="-22542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2pPr>
              <a:lvl3pPr marL="515938" lvl="2" indent="-28733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3pPr>
              <a:lvl4pPr marL="742950" lvl="3" indent="-18256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4pPr>
              <a:lvl5pPr marL="914400" lvl="4" indent="-13652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noProof="0" dirty="0">
                  <a:ea typeface="+mn-lt"/>
                  <a:cs typeface="+mn-lt"/>
                </a:rPr>
                <a:t>2606X52817 / 2606X52728 </a:t>
              </a:r>
            </a:p>
            <a:p>
              <a:pPr>
                <a:buNone/>
              </a:pPr>
              <a:endParaRPr lang="es-ES" noProof="0" dirty="0"/>
            </a:p>
          </p:txBody>
        </p:sp>
      </p:grpSp>
      <p:grpSp>
        <p:nvGrpSpPr>
          <p:cNvPr id="24" name="Grupo 1">
            <a:extLst>
              <a:ext uri="{FF2B5EF4-FFF2-40B4-BE49-F238E27FC236}">
                <a16:creationId xmlns:a16="http://schemas.microsoft.com/office/drawing/2014/main" id="{3E7B0AC9-1917-07D2-54B7-01074611EA32}"/>
              </a:ext>
            </a:extLst>
          </p:cNvPr>
          <p:cNvGrpSpPr/>
          <p:nvPr/>
        </p:nvGrpSpPr>
        <p:grpSpPr>
          <a:xfrm>
            <a:off x="281835" y="2749173"/>
            <a:ext cx="11217907" cy="1608235"/>
            <a:chOff x="385099" y="1938730"/>
            <a:chExt cx="11217907" cy="1608235"/>
          </a:xfrm>
        </p:grpSpPr>
        <p:grpSp>
          <p:nvGrpSpPr>
            <p:cNvPr id="25" name="Grupo 2">
              <a:extLst>
                <a:ext uri="{FF2B5EF4-FFF2-40B4-BE49-F238E27FC236}">
                  <a16:creationId xmlns:a16="http://schemas.microsoft.com/office/drawing/2014/main" id="{20553D7C-A776-92B8-564B-C33D244FF0B2}"/>
                </a:ext>
              </a:extLst>
            </p:cNvPr>
            <p:cNvGrpSpPr/>
            <p:nvPr/>
          </p:nvGrpSpPr>
          <p:grpSpPr>
            <a:xfrm>
              <a:off x="385099" y="1938730"/>
              <a:ext cx="11217907" cy="1608235"/>
              <a:chOff x="303325" y="767651"/>
              <a:chExt cx="11217907" cy="1608235"/>
            </a:xfrm>
          </p:grpSpPr>
          <p:sp>
            <p:nvSpPr>
              <p:cNvPr id="27" name="Subtitle 33">
                <a:extLst>
                  <a:ext uri="{FF2B5EF4-FFF2-40B4-BE49-F238E27FC236}">
                    <a16:creationId xmlns:a16="http://schemas.microsoft.com/office/drawing/2014/main" id="{4C19EB92-00A8-AE70-7F3F-29605B1DC3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7476" y="767651"/>
                <a:ext cx="4399266" cy="443198"/>
              </a:xfrm>
              <a:prstGeom prst="rect">
                <a:avLst/>
              </a:prstGeom>
              <a:noFill/>
              <a:ln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lang="en-US" sz="2800" b="0" kern="1200" baseline="0" dirty="0">
                    <a:solidFill>
                      <a:schemeClr val="accent4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s-ES" sz="1600" noProof="0" dirty="0">
                    <a:solidFill>
                      <a:schemeClr val="accent1"/>
                    </a:solidFill>
                    <a:latin typeface="Arial"/>
                    <a:cs typeface="Arial"/>
                  </a:rPr>
                  <a:t>Pérdida de servicio móvil en localidades de la provincia de BADAJOZ</a:t>
                </a:r>
                <a:endParaRPr lang="es-ES" sz="1600" noProof="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8" name="Grupo 6">
                <a:extLst>
                  <a:ext uri="{FF2B5EF4-FFF2-40B4-BE49-F238E27FC236}">
                    <a16:creationId xmlns:a16="http://schemas.microsoft.com/office/drawing/2014/main" id="{F97EDC25-6862-F54B-0F76-C5066F2A990D}"/>
                  </a:ext>
                </a:extLst>
              </p:cNvPr>
              <p:cNvGrpSpPr/>
              <p:nvPr/>
            </p:nvGrpSpPr>
            <p:grpSpPr>
              <a:xfrm>
                <a:off x="5112307" y="800418"/>
                <a:ext cx="6384781" cy="415539"/>
                <a:chOff x="5431099" y="1261140"/>
                <a:chExt cx="6384781" cy="415539"/>
              </a:xfrm>
            </p:grpSpPr>
            <p:sp>
              <p:nvSpPr>
                <p:cNvPr id="39" name="TextBox 11">
                  <a:extLst>
                    <a:ext uri="{FF2B5EF4-FFF2-40B4-BE49-F238E27FC236}">
                      <a16:creationId xmlns:a16="http://schemas.microsoft.com/office/drawing/2014/main" id="{4FD9DFB3-EFEA-C738-0CD9-C660F731B458}"/>
                    </a:ext>
                  </a:extLst>
                </p:cNvPr>
                <p:cNvSpPr txBox="1"/>
                <p:nvPr/>
              </p:nvSpPr>
              <p:spPr>
                <a:xfrm>
                  <a:off x="5431099" y="1287090"/>
                  <a:ext cx="1518920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ID</a:t>
                  </a:r>
                </a:p>
              </p:txBody>
            </p:sp>
            <p:sp>
              <p:nvSpPr>
                <p:cNvPr id="40" name="TextBox 13">
                  <a:extLst>
                    <a:ext uri="{FF2B5EF4-FFF2-40B4-BE49-F238E27FC236}">
                      <a16:creationId xmlns:a16="http://schemas.microsoft.com/office/drawing/2014/main" id="{27D58D09-3565-027D-B334-80D39ECC2457}"/>
                    </a:ext>
                  </a:extLst>
                </p:cNvPr>
                <p:cNvSpPr txBox="1"/>
                <p:nvPr/>
              </p:nvSpPr>
              <p:spPr>
                <a:xfrm>
                  <a:off x="10158698" y="1261140"/>
                  <a:ext cx="1042379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Duración</a:t>
                  </a:r>
                </a:p>
              </p:txBody>
            </p:sp>
            <p:sp>
              <p:nvSpPr>
                <p:cNvPr id="41" name="TextBox 14">
                  <a:extLst>
                    <a:ext uri="{FF2B5EF4-FFF2-40B4-BE49-F238E27FC236}">
                      <a16:creationId xmlns:a16="http://schemas.microsoft.com/office/drawing/2014/main" id="{73C56EFC-8723-441F-325A-AC5300D4C72E}"/>
                    </a:ext>
                  </a:extLst>
                </p:cNvPr>
                <p:cNvSpPr txBox="1"/>
                <p:nvPr/>
              </p:nvSpPr>
              <p:spPr>
                <a:xfrm>
                  <a:off x="8496194" y="1287089"/>
                  <a:ext cx="1118871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Fecha  </a:t>
                  </a:r>
                </a:p>
              </p:txBody>
            </p:sp>
            <p:sp>
              <p:nvSpPr>
                <p:cNvPr id="42" name="TextBox 18">
                  <a:extLst>
                    <a:ext uri="{FF2B5EF4-FFF2-40B4-BE49-F238E27FC236}">
                      <a16:creationId xmlns:a16="http://schemas.microsoft.com/office/drawing/2014/main" id="{0F07351E-B446-9982-C858-46316333938E}"/>
                    </a:ext>
                  </a:extLst>
                </p:cNvPr>
                <p:cNvSpPr txBox="1"/>
                <p:nvPr/>
              </p:nvSpPr>
              <p:spPr>
                <a:xfrm>
                  <a:off x="8487051" y="1507402"/>
                  <a:ext cx="1588605" cy="16927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100" noProof="0" dirty="0">
                      <a:latin typeface="Arial"/>
                      <a:cs typeface="Arial"/>
                    </a:rPr>
                    <a:t>24/06/2026 2:03</a:t>
                  </a:r>
                </a:p>
              </p:txBody>
            </p:sp>
            <p:sp>
              <p:nvSpPr>
                <p:cNvPr id="43" name="TextBox 4">
                  <a:extLst>
                    <a:ext uri="{FF2B5EF4-FFF2-40B4-BE49-F238E27FC236}">
                      <a16:creationId xmlns:a16="http://schemas.microsoft.com/office/drawing/2014/main" id="{8C8035B1-EAF3-4705-9B29-DC967C57586C}"/>
                    </a:ext>
                  </a:extLst>
                </p:cNvPr>
                <p:cNvSpPr txBox="1"/>
                <p:nvPr/>
              </p:nvSpPr>
              <p:spPr>
                <a:xfrm>
                  <a:off x="10168857" y="1494872"/>
                  <a:ext cx="1647023" cy="16927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100" noProof="0" dirty="0">
                      <a:latin typeface="Arial"/>
                      <a:cs typeface="Arial"/>
                    </a:rPr>
                    <a:t>0h 17m</a:t>
                  </a:r>
                  <a:endParaRPr lang="es-ES" sz="1100" noProof="0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9" name="Grupo 7">
                <a:extLst>
                  <a:ext uri="{FF2B5EF4-FFF2-40B4-BE49-F238E27FC236}">
                    <a16:creationId xmlns:a16="http://schemas.microsoft.com/office/drawing/2014/main" id="{06FC2D14-F348-686F-DFCA-6D155D90E35B}"/>
                  </a:ext>
                </a:extLst>
              </p:cNvPr>
              <p:cNvGrpSpPr/>
              <p:nvPr/>
            </p:nvGrpSpPr>
            <p:grpSpPr>
              <a:xfrm>
                <a:off x="303325" y="1438089"/>
                <a:ext cx="11217907" cy="937797"/>
                <a:chOff x="461163" y="3270351"/>
                <a:chExt cx="11217907" cy="937797"/>
              </a:xfrm>
            </p:grpSpPr>
            <p:cxnSp>
              <p:nvCxnSpPr>
                <p:cNvPr id="30" name="LineSeparatorDefault 23">
                  <a:extLst>
                    <a:ext uri="{FF2B5EF4-FFF2-40B4-BE49-F238E27FC236}">
                      <a16:creationId xmlns:a16="http://schemas.microsoft.com/office/drawing/2014/main" id="{CC5CFF64-5112-A414-AACB-92EED6D2B506}"/>
                    </a:ext>
                  </a:extLst>
                </p:cNvPr>
                <p:cNvCxnSpPr>
                  <a:cxnSpLocks/>
                </p:cNvCxnSpPr>
                <p:nvPr>
                  <p:custDataLst>
                    <p:tags r:id="rId4"/>
                  </p:custDataLst>
                </p:nvPr>
              </p:nvCxnSpPr>
              <p:spPr>
                <a:xfrm>
                  <a:off x="461163" y="4208148"/>
                  <a:ext cx="11082528" cy="0"/>
                </a:xfrm>
                <a:prstGeom prst="straightConnector1">
                  <a:avLst/>
                </a:prstGeom>
                <a:ln w="6350" cap="flat">
                  <a:solidFill>
                    <a:schemeClr val="accent1"/>
                  </a:solidFill>
                  <a:miter lim="800000"/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LineSeparatorDefault 23">
                  <a:extLst>
                    <a:ext uri="{FF2B5EF4-FFF2-40B4-BE49-F238E27FC236}">
                      <a16:creationId xmlns:a16="http://schemas.microsoft.com/office/drawing/2014/main" id="{59E61509-B777-3E72-48E5-6EED9FA4CAE1}"/>
                    </a:ext>
                  </a:extLst>
                </p:cNvPr>
                <p:cNvCxnSpPr>
                  <a:cxnSpLocks/>
                </p:cNvCxnSpPr>
                <p:nvPr>
                  <p:custDataLst>
                    <p:tags r:id="rId5"/>
                  </p:custDataLst>
                </p:nvPr>
              </p:nvCxnSpPr>
              <p:spPr>
                <a:xfrm>
                  <a:off x="488341" y="3515257"/>
                  <a:ext cx="11082528" cy="0"/>
                </a:xfrm>
                <a:prstGeom prst="straightConnector1">
                  <a:avLst/>
                </a:prstGeom>
                <a:ln w="12700" cap="flat">
                  <a:solidFill>
                    <a:srgbClr val="7F7F7F"/>
                  </a:solidFill>
                  <a:miter lim="800000"/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" name="TextBox 11">
                  <a:extLst>
                    <a:ext uri="{FF2B5EF4-FFF2-40B4-BE49-F238E27FC236}">
                      <a16:creationId xmlns:a16="http://schemas.microsoft.com/office/drawing/2014/main" id="{DB3E008B-6249-FF4D-BB9A-5AA0450203C4}"/>
                    </a:ext>
                  </a:extLst>
                </p:cNvPr>
                <p:cNvSpPr txBox="1"/>
                <p:nvPr/>
              </p:nvSpPr>
              <p:spPr>
                <a:xfrm>
                  <a:off x="488341" y="3270351"/>
                  <a:ext cx="1518920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Impacto</a:t>
                  </a:r>
                </a:p>
              </p:txBody>
            </p:sp>
            <p:sp>
              <p:nvSpPr>
                <p:cNvPr id="34" name="TextBox 12">
                  <a:extLst>
                    <a:ext uri="{FF2B5EF4-FFF2-40B4-BE49-F238E27FC236}">
                      <a16:creationId xmlns:a16="http://schemas.microsoft.com/office/drawing/2014/main" id="{EA4C6AEE-CB5B-3105-5D8A-A380DE8D0E63}"/>
                    </a:ext>
                  </a:extLst>
                </p:cNvPr>
                <p:cNvSpPr txBox="1"/>
                <p:nvPr/>
              </p:nvSpPr>
              <p:spPr>
                <a:xfrm>
                  <a:off x="7410202" y="3299812"/>
                  <a:ext cx="4268868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Solución </a:t>
                  </a:r>
                </a:p>
              </p:txBody>
            </p:sp>
            <p:sp>
              <p:nvSpPr>
                <p:cNvPr id="35" name="TextBox 13">
                  <a:extLst>
                    <a:ext uri="{FF2B5EF4-FFF2-40B4-BE49-F238E27FC236}">
                      <a16:creationId xmlns:a16="http://schemas.microsoft.com/office/drawing/2014/main" id="{5515EA41-8600-8167-A15D-1BFB834C553D}"/>
                    </a:ext>
                  </a:extLst>
                </p:cNvPr>
                <p:cNvSpPr txBox="1"/>
                <p:nvPr/>
              </p:nvSpPr>
              <p:spPr>
                <a:xfrm>
                  <a:off x="3707609" y="3275337"/>
                  <a:ext cx="1042379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Causa</a:t>
                  </a:r>
                </a:p>
              </p:txBody>
            </p:sp>
            <p:sp>
              <p:nvSpPr>
                <p:cNvPr id="36" name="TextBox 16">
                  <a:extLst>
                    <a:ext uri="{FF2B5EF4-FFF2-40B4-BE49-F238E27FC236}">
                      <a16:creationId xmlns:a16="http://schemas.microsoft.com/office/drawing/2014/main" id="{57AD4901-6D45-118D-BADC-5014CB7D5648}"/>
                    </a:ext>
                  </a:extLst>
                </p:cNvPr>
                <p:cNvSpPr txBox="1"/>
                <p:nvPr/>
              </p:nvSpPr>
              <p:spPr>
                <a:xfrm>
                  <a:off x="461163" y="3574183"/>
                  <a:ext cx="3034369" cy="338554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pPr marL="171450" indent="-17145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1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 dirty="0">
                      <a:cs typeface="Arial"/>
                    </a:rPr>
                    <a:t>34,6K clientes de móvil (170 nodos)</a:t>
                  </a:r>
                  <a:endParaRPr lang="es-ES" noProof="0" dirty="0"/>
                </a:p>
                <a:p>
                  <a:pPr marL="171450" indent="-17145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7800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 dirty="0">
                      <a:cs typeface="Arial"/>
                    </a:rPr>
                    <a:t>Llamadas/Consultas Brújula: 3</a:t>
                  </a:r>
                  <a:endParaRPr lang="es-ES" sz="1100" noProof="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37" name="TextBox 16">
                  <a:extLst>
                    <a:ext uri="{FF2B5EF4-FFF2-40B4-BE49-F238E27FC236}">
                      <a16:creationId xmlns:a16="http://schemas.microsoft.com/office/drawing/2014/main" id="{7CD4188E-2911-28E3-9E80-11B69BE4EBFB}"/>
                    </a:ext>
                  </a:extLst>
                </p:cNvPr>
                <p:cNvSpPr txBox="1"/>
                <p:nvPr/>
              </p:nvSpPr>
              <p:spPr>
                <a:xfrm>
                  <a:off x="3662284" y="3582893"/>
                  <a:ext cx="3454485" cy="507831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pPr lvl="1">
                    <a:buClr>
                      <a:schemeClr val="accent1"/>
                    </a:buClr>
                  </a:pPr>
                  <a:r>
                    <a:rPr lang="es-ES" sz="1100" noProof="0" dirty="0">
                      <a:solidFill>
                        <a:srgbClr val="000000"/>
                      </a:solidFill>
                      <a:cs typeface="Arial"/>
                    </a:rPr>
                    <a:t>Ejecución del TPZ2026060297749 (migración de software a la versión 24.10.R7 de agregadores Nokia) coincidiendo con corte de TX de TFCA</a:t>
                  </a:r>
                  <a:endParaRPr lang="es-ES" noProof="0" dirty="0"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38" name="TextBox 16">
                  <a:extLst>
                    <a:ext uri="{FF2B5EF4-FFF2-40B4-BE49-F238E27FC236}">
                      <a16:creationId xmlns:a16="http://schemas.microsoft.com/office/drawing/2014/main" id="{001D6B90-34B1-68DA-8CA9-B7298753CA4A}"/>
                    </a:ext>
                  </a:extLst>
                </p:cNvPr>
                <p:cNvSpPr txBox="1"/>
                <p:nvPr/>
              </p:nvSpPr>
              <p:spPr>
                <a:xfrm>
                  <a:off x="7410202" y="3591886"/>
                  <a:ext cx="4268867" cy="169277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pPr marL="171450" indent="-171450" defTabSz="685783">
                    <a:spcBef>
                      <a:spcPts val="225"/>
                    </a:spcBef>
                    <a:spcAft>
                      <a:spcPts val="225"/>
                    </a:spcAft>
                    <a:buClr>
                      <a:srgbClr val="FF7900"/>
                    </a:buClr>
                    <a:buFont typeface="Arial" panose="020B0604020202020204" pitchFamily="34" charset="0"/>
                    <a:buChar char="•"/>
                  </a:pPr>
                  <a:r>
                    <a:rPr lang="es-ES" sz="1100" noProof="0" dirty="0">
                      <a:cs typeface="Arial"/>
                    </a:rPr>
                    <a:t>Recuperado tras finalización del impacto del TP.</a:t>
                  </a:r>
                  <a:endParaRPr lang="es-ES" sz="1100" noProof="0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/>
                    <a:cs typeface="Arial"/>
                  </a:endParaRPr>
                </a:p>
              </p:txBody>
            </p:sp>
          </p:grpSp>
        </p:grpSp>
        <p:sp>
          <p:nvSpPr>
            <p:cNvPr id="26" name="TextBox 15">
              <a:extLst>
                <a:ext uri="{FF2B5EF4-FFF2-40B4-BE49-F238E27FC236}">
                  <a16:creationId xmlns:a16="http://schemas.microsoft.com/office/drawing/2014/main" id="{D809246D-2F69-A19B-0B12-A2967214E525}"/>
                </a:ext>
              </a:extLst>
            </p:cNvPr>
            <p:cNvSpPr txBox="1"/>
            <p:nvPr/>
          </p:nvSpPr>
          <p:spPr>
            <a:xfrm>
              <a:off x="5194081" y="2185294"/>
              <a:ext cx="2395231" cy="16927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noProof="0" dirty="0">
                  <a:ea typeface="+mn-lt"/>
                  <a:cs typeface="+mn-lt"/>
                </a:rPr>
                <a:t>2606Y32050</a:t>
              </a:r>
              <a:endParaRPr lang="es-ES" noProof="0" dirty="0"/>
            </a:p>
          </p:txBody>
        </p:sp>
      </p:grpSp>
      <p:grpSp>
        <p:nvGrpSpPr>
          <p:cNvPr id="44" name="Grupo 1">
            <a:extLst>
              <a:ext uri="{FF2B5EF4-FFF2-40B4-BE49-F238E27FC236}">
                <a16:creationId xmlns:a16="http://schemas.microsoft.com/office/drawing/2014/main" id="{54C3C893-C05D-D4EC-2674-E11394278203}"/>
              </a:ext>
            </a:extLst>
          </p:cNvPr>
          <p:cNvGrpSpPr/>
          <p:nvPr/>
        </p:nvGrpSpPr>
        <p:grpSpPr>
          <a:xfrm>
            <a:off x="281835" y="4453016"/>
            <a:ext cx="11217907" cy="1516795"/>
            <a:chOff x="385099" y="1938730"/>
            <a:chExt cx="11217907" cy="1516795"/>
          </a:xfrm>
        </p:grpSpPr>
        <p:grpSp>
          <p:nvGrpSpPr>
            <p:cNvPr id="45" name="Grupo 2">
              <a:extLst>
                <a:ext uri="{FF2B5EF4-FFF2-40B4-BE49-F238E27FC236}">
                  <a16:creationId xmlns:a16="http://schemas.microsoft.com/office/drawing/2014/main" id="{730FB005-2351-4683-2A9E-CDD7F049D373}"/>
                </a:ext>
              </a:extLst>
            </p:cNvPr>
            <p:cNvGrpSpPr/>
            <p:nvPr/>
          </p:nvGrpSpPr>
          <p:grpSpPr>
            <a:xfrm>
              <a:off x="385099" y="1938730"/>
              <a:ext cx="11217907" cy="1516795"/>
              <a:chOff x="303325" y="767651"/>
              <a:chExt cx="11217907" cy="1516795"/>
            </a:xfrm>
          </p:grpSpPr>
          <p:sp>
            <p:nvSpPr>
              <p:cNvPr id="47" name="Subtitle 33">
                <a:extLst>
                  <a:ext uri="{FF2B5EF4-FFF2-40B4-BE49-F238E27FC236}">
                    <a16:creationId xmlns:a16="http://schemas.microsoft.com/office/drawing/2014/main" id="{D0A700ED-5F94-E3D4-6029-E61029F004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7476" y="767651"/>
                <a:ext cx="4399266" cy="443198"/>
              </a:xfrm>
              <a:prstGeom prst="rect">
                <a:avLst/>
              </a:prstGeom>
              <a:noFill/>
              <a:ln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lang="en-US" sz="2800" b="0" kern="1200" baseline="0" dirty="0">
                    <a:solidFill>
                      <a:schemeClr val="accent4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s-ES" sz="1600" noProof="0" dirty="0">
                    <a:solidFill>
                      <a:schemeClr val="accent1"/>
                    </a:solidFill>
                    <a:latin typeface="Arial"/>
                    <a:cs typeface="Arial"/>
                  </a:rPr>
                  <a:t>Pérdida de servicio móvil en las provincias de Guadalajara, Ciudad Real y Toledo</a:t>
                </a:r>
                <a:endParaRPr lang="es-ES" sz="1600" noProof="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8" name="Grupo 6">
                <a:extLst>
                  <a:ext uri="{FF2B5EF4-FFF2-40B4-BE49-F238E27FC236}">
                    <a16:creationId xmlns:a16="http://schemas.microsoft.com/office/drawing/2014/main" id="{EC7A956F-D7E9-F8CD-20FF-8A0986775719}"/>
                  </a:ext>
                </a:extLst>
              </p:cNvPr>
              <p:cNvGrpSpPr/>
              <p:nvPr/>
            </p:nvGrpSpPr>
            <p:grpSpPr>
              <a:xfrm>
                <a:off x="5112307" y="800418"/>
                <a:ext cx="6384781" cy="415539"/>
                <a:chOff x="5431099" y="1261140"/>
                <a:chExt cx="6384781" cy="415539"/>
              </a:xfrm>
            </p:grpSpPr>
            <p:sp>
              <p:nvSpPr>
                <p:cNvPr id="58" name="TextBox 11">
                  <a:extLst>
                    <a:ext uri="{FF2B5EF4-FFF2-40B4-BE49-F238E27FC236}">
                      <a16:creationId xmlns:a16="http://schemas.microsoft.com/office/drawing/2014/main" id="{69477A71-0C58-1555-6C54-075577C8F201}"/>
                    </a:ext>
                  </a:extLst>
                </p:cNvPr>
                <p:cNvSpPr txBox="1"/>
                <p:nvPr/>
              </p:nvSpPr>
              <p:spPr>
                <a:xfrm>
                  <a:off x="5431099" y="1287090"/>
                  <a:ext cx="1518920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ID</a:t>
                  </a:r>
                </a:p>
              </p:txBody>
            </p:sp>
            <p:sp>
              <p:nvSpPr>
                <p:cNvPr id="59" name="TextBox 13">
                  <a:extLst>
                    <a:ext uri="{FF2B5EF4-FFF2-40B4-BE49-F238E27FC236}">
                      <a16:creationId xmlns:a16="http://schemas.microsoft.com/office/drawing/2014/main" id="{D73C3A0E-5091-DB2E-2DAF-A0086D9E11D7}"/>
                    </a:ext>
                  </a:extLst>
                </p:cNvPr>
                <p:cNvSpPr txBox="1"/>
                <p:nvPr/>
              </p:nvSpPr>
              <p:spPr>
                <a:xfrm>
                  <a:off x="10158698" y="1261140"/>
                  <a:ext cx="1042379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Duración</a:t>
                  </a:r>
                </a:p>
              </p:txBody>
            </p:sp>
            <p:sp>
              <p:nvSpPr>
                <p:cNvPr id="60" name="TextBox 14">
                  <a:extLst>
                    <a:ext uri="{FF2B5EF4-FFF2-40B4-BE49-F238E27FC236}">
                      <a16:creationId xmlns:a16="http://schemas.microsoft.com/office/drawing/2014/main" id="{08045801-846B-81F4-2532-302A20A52CBA}"/>
                    </a:ext>
                  </a:extLst>
                </p:cNvPr>
                <p:cNvSpPr txBox="1"/>
                <p:nvPr/>
              </p:nvSpPr>
              <p:spPr>
                <a:xfrm>
                  <a:off x="8496194" y="1287089"/>
                  <a:ext cx="1118871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Fecha  </a:t>
                  </a:r>
                </a:p>
              </p:txBody>
            </p:sp>
            <p:sp>
              <p:nvSpPr>
                <p:cNvPr id="61" name="TextBox 18">
                  <a:extLst>
                    <a:ext uri="{FF2B5EF4-FFF2-40B4-BE49-F238E27FC236}">
                      <a16:creationId xmlns:a16="http://schemas.microsoft.com/office/drawing/2014/main" id="{DDE67FB6-4C4A-6C99-C2CA-640CE74257A6}"/>
                    </a:ext>
                  </a:extLst>
                </p:cNvPr>
                <p:cNvSpPr txBox="1"/>
                <p:nvPr/>
              </p:nvSpPr>
              <p:spPr>
                <a:xfrm>
                  <a:off x="8487051" y="1507402"/>
                  <a:ext cx="1588605" cy="16927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100" noProof="0" dirty="0">
                      <a:latin typeface="Arial"/>
                      <a:cs typeface="Arial"/>
                    </a:rPr>
                    <a:t>25/06/2026 9:20</a:t>
                  </a:r>
                </a:p>
              </p:txBody>
            </p:sp>
            <p:sp>
              <p:nvSpPr>
                <p:cNvPr id="62" name="TextBox 4">
                  <a:extLst>
                    <a:ext uri="{FF2B5EF4-FFF2-40B4-BE49-F238E27FC236}">
                      <a16:creationId xmlns:a16="http://schemas.microsoft.com/office/drawing/2014/main" id="{73E22133-D80E-ED1C-A743-EF5D46F6EB68}"/>
                    </a:ext>
                  </a:extLst>
                </p:cNvPr>
                <p:cNvSpPr txBox="1"/>
                <p:nvPr/>
              </p:nvSpPr>
              <p:spPr>
                <a:xfrm>
                  <a:off x="10168857" y="1494872"/>
                  <a:ext cx="1647023" cy="16927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100" noProof="0" dirty="0">
                      <a:latin typeface="Arial"/>
                      <a:cs typeface="Arial"/>
                    </a:rPr>
                    <a:t>1h 30m</a:t>
                  </a:r>
                  <a:endParaRPr lang="es-ES" sz="1100" noProof="0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49" name="Grupo 7">
                <a:extLst>
                  <a:ext uri="{FF2B5EF4-FFF2-40B4-BE49-F238E27FC236}">
                    <a16:creationId xmlns:a16="http://schemas.microsoft.com/office/drawing/2014/main" id="{8D74D698-D078-D1CD-A591-B98E9DE5B7C8}"/>
                  </a:ext>
                </a:extLst>
              </p:cNvPr>
              <p:cNvGrpSpPr/>
              <p:nvPr/>
            </p:nvGrpSpPr>
            <p:grpSpPr>
              <a:xfrm>
                <a:off x="303325" y="1438089"/>
                <a:ext cx="11217907" cy="846357"/>
                <a:chOff x="461163" y="3270351"/>
                <a:chExt cx="11217907" cy="846357"/>
              </a:xfrm>
            </p:grpSpPr>
            <p:cxnSp>
              <p:nvCxnSpPr>
                <p:cNvPr id="50" name="LineSeparatorDefault 23">
                  <a:extLst>
                    <a:ext uri="{FF2B5EF4-FFF2-40B4-BE49-F238E27FC236}">
                      <a16:creationId xmlns:a16="http://schemas.microsoft.com/office/drawing/2014/main" id="{5272A246-7A61-3FC7-A771-291645DC9B34}"/>
                    </a:ext>
                  </a:extLst>
                </p:cNvPr>
                <p:cNvCxnSpPr>
                  <a:cxnSpLocks/>
                </p:cNvCxnSpPr>
                <p:nvPr>
                  <p:custDataLst>
                    <p:tags r:id="rId2"/>
                  </p:custDataLst>
                </p:nvPr>
              </p:nvCxnSpPr>
              <p:spPr>
                <a:xfrm>
                  <a:off x="461163" y="4116708"/>
                  <a:ext cx="11082528" cy="0"/>
                </a:xfrm>
                <a:prstGeom prst="straightConnector1">
                  <a:avLst/>
                </a:prstGeom>
                <a:ln w="6350" cap="flat">
                  <a:solidFill>
                    <a:schemeClr val="accent1"/>
                  </a:solidFill>
                  <a:miter lim="800000"/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LineSeparatorDefault 23">
                  <a:extLst>
                    <a:ext uri="{FF2B5EF4-FFF2-40B4-BE49-F238E27FC236}">
                      <a16:creationId xmlns:a16="http://schemas.microsoft.com/office/drawing/2014/main" id="{269064F6-D713-BEB3-34AE-9D61FDC1E6A4}"/>
                    </a:ext>
                  </a:extLst>
                </p:cNvPr>
                <p:cNvCxnSpPr>
                  <a:cxnSpLocks/>
                </p:cNvCxnSpPr>
                <p:nvPr>
                  <p:custDataLst>
                    <p:tags r:id="rId3"/>
                  </p:custDataLst>
                </p:nvPr>
              </p:nvCxnSpPr>
              <p:spPr>
                <a:xfrm>
                  <a:off x="488341" y="3515257"/>
                  <a:ext cx="11082528" cy="0"/>
                </a:xfrm>
                <a:prstGeom prst="straightConnector1">
                  <a:avLst/>
                </a:prstGeom>
                <a:ln w="12700" cap="flat">
                  <a:solidFill>
                    <a:srgbClr val="7F7F7F"/>
                  </a:solidFill>
                  <a:miter lim="800000"/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" name="TextBox 11">
                  <a:extLst>
                    <a:ext uri="{FF2B5EF4-FFF2-40B4-BE49-F238E27FC236}">
                      <a16:creationId xmlns:a16="http://schemas.microsoft.com/office/drawing/2014/main" id="{AFEF5EBA-6818-5907-B2AF-D4145DE17186}"/>
                    </a:ext>
                  </a:extLst>
                </p:cNvPr>
                <p:cNvSpPr txBox="1"/>
                <p:nvPr/>
              </p:nvSpPr>
              <p:spPr>
                <a:xfrm>
                  <a:off x="488341" y="3270351"/>
                  <a:ext cx="1518920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Impacto</a:t>
                  </a:r>
                </a:p>
              </p:txBody>
            </p:sp>
            <p:sp>
              <p:nvSpPr>
                <p:cNvPr id="53" name="TextBox 12">
                  <a:extLst>
                    <a:ext uri="{FF2B5EF4-FFF2-40B4-BE49-F238E27FC236}">
                      <a16:creationId xmlns:a16="http://schemas.microsoft.com/office/drawing/2014/main" id="{D24FEDA2-C490-87AB-557B-F27D244DA9A7}"/>
                    </a:ext>
                  </a:extLst>
                </p:cNvPr>
                <p:cNvSpPr txBox="1"/>
                <p:nvPr/>
              </p:nvSpPr>
              <p:spPr>
                <a:xfrm>
                  <a:off x="7410202" y="3299812"/>
                  <a:ext cx="4268868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Solución </a:t>
                  </a:r>
                </a:p>
              </p:txBody>
            </p:sp>
            <p:sp>
              <p:nvSpPr>
                <p:cNvPr id="54" name="TextBox 13">
                  <a:extLst>
                    <a:ext uri="{FF2B5EF4-FFF2-40B4-BE49-F238E27FC236}">
                      <a16:creationId xmlns:a16="http://schemas.microsoft.com/office/drawing/2014/main" id="{0D9E94E3-75B9-3EE5-D5F1-246C3D09F316}"/>
                    </a:ext>
                  </a:extLst>
                </p:cNvPr>
                <p:cNvSpPr txBox="1"/>
                <p:nvPr/>
              </p:nvSpPr>
              <p:spPr>
                <a:xfrm>
                  <a:off x="3707609" y="3275337"/>
                  <a:ext cx="1042379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Causa</a:t>
                  </a:r>
                </a:p>
              </p:txBody>
            </p:sp>
            <p:sp>
              <p:nvSpPr>
                <p:cNvPr id="55" name="TextBox 16">
                  <a:extLst>
                    <a:ext uri="{FF2B5EF4-FFF2-40B4-BE49-F238E27FC236}">
                      <a16:creationId xmlns:a16="http://schemas.microsoft.com/office/drawing/2014/main" id="{210B5AEA-1B80-155D-366A-4EB62604139E}"/>
                    </a:ext>
                  </a:extLst>
                </p:cNvPr>
                <p:cNvSpPr txBox="1"/>
                <p:nvPr/>
              </p:nvSpPr>
              <p:spPr>
                <a:xfrm>
                  <a:off x="461163" y="3574183"/>
                  <a:ext cx="3034369" cy="338554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pPr marL="171450" indent="-17145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1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 dirty="0">
                      <a:cs typeface="Arial"/>
                    </a:rPr>
                    <a:t>3,4K clientes de móvil (45 nodos)</a:t>
                  </a:r>
                  <a:endParaRPr lang="es-ES" noProof="0" dirty="0"/>
                </a:p>
                <a:p>
                  <a:pPr marL="171450" indent="-17145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7800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 dirty="0">
                      <a:cs typeface="Arial"/>
                    </a:rPr>
                    <a:t>Llamadas/Consultas Brújula: 9</a:t>
                  </a:r>
                  <a:endParaRPr lang="es-ES" sz="1100" noProof="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56" name="TextBox 16">
                  <a:extLst>
                    <a:ext uri="{FF2B5EF4-FFF2-40B4-BE49-F238E27FC236}">
                      <a16:creationId xmlns:a16="http://schemas.microsoft.com/office/drawing/2014/main" id="{2055F907-458A-A428-08F9-54200AFC602F}"/>
                    </a:ext>
                  </a:extLst>
                </p:cNvPr>
                <p:cNvSpPr txBox="1"/>
                <p:nvPr/>
              </p:nvSpPr>
              <p:spPr>
                <a:xfrm>
                  <a:off x="3662284" y="3582893"/>
                  <a:ext cx="3454485" cy="169277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pPr lvl="1">
                    <a:buClr>
                      <a:schemeClr val="accent1"/>
                    </a:buClr>
                  </a:pPr>
                  <a:r>
                    <a:rPr lang="es-ES" sz="1100" noProof="0" dirty="0">
                      <a:solidFill>
                        <a:srgbClr val="000000"/>
                      </a:solidFill>
                      <a:cs typeface="Arial"/>
                    </a:rPr>
                    <a:t>Caída de 45 nodos RS VDF por un corte de fibra </a:t>
                  </a:r>
                  <a:endParaRPr lang="es-ES" noProof="0" dirty="0"/>
                </a:p>
              </p:txBody>
            </p:sp>
            <p:sp>
              <p:nvSpPr>
                <p:cNvPr id="57" name="TextBox 16">
                  <a:extLst>
                    <a:ext uri="{FF2B5EF4-FFF2-40B4-BE49-F238E27FC236}">
                      <a16:creationId xmlns:a16="http://schemas.microsoft.com/office/drawing/2014/main" id="{CE4CEAA1-25A1-36AA-DE5F-6AABC15675DC}"/>
                    </a:ext>
                  </a:extLst>
                </p:cNvPr>
                <p:cNvSpPr txBox="1"/>
                <p:nvPr/>
              </p:nvSpPr>
              <p:spPr>
                <a:xfrm>
                  <a:off x="7410202" y="3591886"/>
                  <a:ext cx="4268867" cy="169277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pPr marL="171450" indent="-171450" defTabSz="685783">
                    <a:spcBef>
                      <a:spcPts val="225"/>
                    </a:spcBef>
                    <a:spcAft>
                      <a:spcPts val="225"/>
                    </a:spcAft>
                    <a:buClr>
                      <a:srgbClr val="FF7900"/>
                    </a:buClr>
                    <a:buFont typeface="Arial" panose="020B0604020202020204" pitchFamily="34" charset="0"/>
                    <a:buChar char="•"/>
                  </a:pPr>
                  <a:r>
                    <a:rPr lang="es-ES" sz="1100" noProof="0" dirty="0">
                      <a:cs typeface="Arial"/>
                    </a:rPr>
                    <a:t>Recuperado tras re-enrutar el servicio</a:t>
                  </a:r>
                  <a:endParaRPr lang="es-ES" sz="1100" noProof="0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/>
                    <a:cs typeface="Arial"/>
                  </a:endParaRPr>
                </a:p>
              </p:txBody>
            </p:sp>
          </p:grpSp>
        </p:grpSp>
        <p:sp>
          <p:nvSpPr>
            <p:cNvPr id="46" name="TextBox 15">
              <a:extLst>
                <a:ext uri="{FF2B5EF4-FFF2-40B4-BE49-F238E27FC236}">
                  <a16:creationId xmlns:a16="http://schemas.microsoft.com/office/drawing/2014/main" id="{AEA4799C-2C75-F4B5-EFFB-E004296C864F}"/>
                </a:ext>
              </a:extLst>
            </p:cNvPr>
            <p:cNvSpPr txBox="1"/>
            <p:nvPr/>
          </p:nvSpPr>
          <p:spPr>
            <a:xfrm>
              <a:off x="5194081" y="2185294"/>
              <a:ext cx="2395231" cy="16927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noProof="0" dirty="0">
                  <a:ea typeface="+mn-lt"/>
                  <a:cs typeface="+mn-lt"/>
                </a:rPr>
                <a:t>2606Y84202</a:t>
              </a:r>
              <a:endParaRPr lang="es-E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418258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B7D78-3F41-7987-CF92-C43D2473C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8C8D9DC-19F0-86AA-B204-87A3AD7607F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53" imgH="354" progId="TCLayout.ActiveDocument.1">
                  <p:embed/>
                </p:oleObj>
              </mc:Choice>
              <mc:Fallback>
                <p:oleObj name="think-cell Slide" r:id="rId8" imgW="353" imgH="35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8C8D9DC-19F0-86AA-B204-87A3AD7607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ítulo 3">
            <a:extLst>
              <a:ext uri="{FF2B5EF4-FFF2-40B4-BE49-F238E27FC236}">
                <a16:creationId xmlns:a16="http://schemas.microsoft.com/office/drawing/2014/main" id="{21F83E2A-538A-C52F-19CF-36E74DD51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" y="108000"/>
            <a:ext cx="8391231" cy="369332"/>
          </a:xfrm>
        </p:spPr>
        <p:txBody>
          <a:bodyPr/>
          <a:lstStyle/>
          <a:p>
            <a:r>
              <a:rPr lang="es-ES" sz="2400" noProof="0" dirty="0"/>
              <a:t>Incidencias RED  (&gt; 5000 CLIENTES)</a:t>
            </a:r>
          </a:p>
        </p:txBody>
      </p:sp>
      <p:grpSp>
        <p:nvGrpSpPr>
          <p:cNvPr id="22" name="Grupo 1">
            <a:extLst>
              <a:ext uri="{FF2B5EF4-FFF2-40B4-BE49-F238E27FC236}">
                <a16:creationId xmlns:a16="http://schemas.microsoft.com/office/drawing/2014/main" id="{13190503-5339-EA27-5664-F27CBB832C62}"/>
              </a:ext>
            </a:extLst>
          </p:cNvPr>
          <p:cNvGrpSpPr/>
          <p:nvPr/>
        </p:nvGrpSpPr>
        <p:grpSpPr>
          <a:xfrm>
            <a:off x="327813" y="694357"/>
            <a:ext cx="11217907" cy="1809403"/>
            <a:chOff x="385099" y="1938730"/>
            <a:chExt cx="11217907" cy="1809403"/>
          </a:xfrm>
        </p:grpSpPr>
        <p:grpSp>
          <p:nvGrpSpPr>
            <p:cNvPr id="23" name="Grupo 2">
              <a:extLst>
                <a:ext uri="{FF2B5EF4-FFF2-40B4-BE49-F238E27FC236}">
                  <a16:creationId xmlns:a16="http://schemas.microsoft.com/office/drawing/2014/main" id="{4162EA02-6E46-FC14-C2C0-DBEE3AC0D986}"/>
                </a:ext>
              </a:extLst>
            </p:cNvPr>
            <p:cNvGrpSpPr/>
            <p:nvPr/>
          </p:nvGrpSpPr>
          <p:grpSpPr>
            <a:xfrm>
              <a:off x="385099" y="1938730"/>
              <a:ext cx="11217907" cy="1809403"/>
              <a:chOff x="303325" y="767651"/>
              <a:chExt cx="11217907" cy="1809403"/>
            </a:xfrm>
          </p:grpSpPr>
          <p:sp>
            <p:nvSpPr>
              <p:cNvPr id="64" name="Subtitle 33">
                <a:extLst>
                  <a:ext uri="{FF2B5EF4-FFF2-40B4-BE49-F238E27FC236}">
                    <a16:creationId xmlns:a16="http://schemas.microsoft.com/office/drawing/2014/main" id="{8FD1340B-96BD-961E-4328-B290DFF8FC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7476" y="767651"/>
                <a:ext cx="4399266" cy="443198"/>
              </a:xfrm>
              <a:prstGeom prst="rect">
                <a:avLst/>
              </a:prstGeom>
              <a:noFill/>
              <a:ln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lang="en-US" sz="2800" b="0" kern="1200" baseline="0" dirty="0">
                    <a:solidFill>
                      <a:schemeClr val="accent4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s-ES" sz="1600" noProof="0" dirty="0">
                    <a:solidFill>
                      <a:schemeClr val="accent1"/>
                    </a:solidFill>
                    <a:latin typeface="Arial"/>
                    <a:cs typeface="Arial"/>
                  </a:rPr>
                  <a:t>Pérdida de servicio móvil en la isla de La Palma (TENERIFE)</a:t>
                </a:r>
                <a:endParaRPr lang="es-ES" sz="1600" noProof="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5" name="Grupo 6">
                <a:extLst>
                  <a:ext uri="{FF2B5EF4-FFF2-40B4-BE49-F238E27FC236}">
                    <a16:creationId xmlns:a16="http://schemas.microsoft.com/office/drawing/2014/main" id="{07C29FC7-6F93-8FAB-404C-441C8881A700}"/>
                  </a:ext>
                </a:extLst>
              </p:cNvPr>
              <p:cNvGrpSpPr/>
              <p:nvPr/>
            </p:nvGrpSpPr>
            <p:grpSpPr>
              <a:xfrm>
                <a:off x="5112307" y="800418"/>
                <a:ext cx="6384781" cy="415539"/>
                <a:chOff x="5431099" y="1261140"/>
                <a:chExt cx="6384781" cy="415539"/>
              </a:xfrm>
            </p:grpSpPr>
            <p:sp>
              <p:nvSpPr>
                <p:cNvPr id="75" name="TextBox 11">
                  <a:extLst>
                    <a:ext uri="{FF2B5EF4-FFF2-40B4-BE49-F238E27FC236}">
                      <a16:creationId xmlns:a16="http://schemas.microsoft.com/office/drawing/2014/main" id="{04BA14B3-2A29-B040-E02D-C3286ED6B90D}"/>
                    </a:ext>
                  </a:extLst>
                </p:cNvPr>
                <p:cNvSpPr txBox="1"/>
                <p:nvPr/>
              </p:nvSpPr>
              <p:spPr>
                <a:xfrm>
                  <a:off x="5431099" y="1287090"/>
                  <a:ext cx="1518920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ID</a:t>
                  </a:r>
                </a:p>
              </p:txBody>
            </p:sp>
            <p:sp>
              <p:nvSpPr>
                <p:cNvPr id="76" name="TextBox 13">
                  <a:extLst>
                    <a:ext uri="{FF2B5EF4-FFF2-40B4-BE49-F238E27FC236}">
                      <a16:creationId xmlns:a16="http://schemas.microsoft.com/office/drawing/2014/main" id="{FC51DFCA-6369-8293-27CB-54F9E129C217}"/>
                    </a:ext>
                  </a:extLst>
                </p:cNvPr>
                <p:cNvSpPr txBox="1"/>
                <p:nvPr/>
              </p:nvSpPr>
              <p:spPr>
                <a:xfrm>
                  <a:off x="10158698" y="1261140"/>
                  <a:ext cx="1042379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Duración</a:t>
                  </a:r>
                </a:p>
              </p:txBody>
            </p:sp>
            <p:sp>
              <p:nvSpPr>
                <p:cNvPr id="77" name="TextBox 14">
                  <a:extLst>
                    <a:ext uri="{FF2B5EF4-FFF2-40B4-BE49-F238E27FC236}">
                      <a16:creationId xmlns:a16="http://schemas.microsoft.com/office/drawing/2014/main" id="{C5BDE505-62CC-5859-BDEA-5C698B49FD5B}"/>
                    </a:ext>
                  </a:extLst>
                </p:cNvPr>
                <p:cNvSpPr txBox="1"/>
                <p:nvPr/>
              </p:nvSpPr>
              <p:spPr>
                <a:xfrm>
                  <a:off x="8496194" y="1287089"/>
                  <a:ext cx="1118871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Fecha  </a:t>
                  </a:r>
                </a:p>
              </p:txBody>
            </p:sp>
            <p:sp>
              <p:nvSpPr>
                <p:cNvPr id="78" name="TextBox 18">
                  <a:extLst>
                    <a:ext uri="{FF2B5EF4-FFF2-40B4-BE49-F238E27FC236}">
                      <a16:creationId xmlns:a16="http://schemas.microsoft.com/office/drawing/2014/main" id="{57695C6B-4944-837A-E80C-4BD382AEF407}"/>
                    </a:ext>
                  </a:extLst>
                </p:cNvPr>
                <p:cNvSpPr txBox="1"/>
                <p:nvPr/>
              </p:nvSpPr>
              <p:spPr>
                <a:xfrm>
                  <a:off x="8487051" y="1507402"/>
                  <a:ext cx="1588605" cy="16927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100" noProof="0" dirty="0">
                      <a:latin typeface="Arial"/>
                      <a:cs typeface="Arial"/>
                    </a:rPr>
                    <a:t>25/06/2026 12:15</a:t>
                  </a:r>
                </a:p>
              </p:txBody>
            </p:sp>
            <p:sp>
              <p:nvSpPr>
                <p:cNvPr id="79" name="TextBox 4">
                  <a:extLst>
                    <a:ext uri="{FF2B5EF4-FFF2-40B4-BE49-F238E27FC236}">
                      <a16:creationId xmlns:a16="http://schemas.microsoft.com/office/drawing/2014/main" id="{0137CF93-6682-9C43-14CB-FE9C735DEA6F}"/>
                    </a:ext>
                  </a:extLst>
                </p:cNvPr>
                <p:cNvSpPr txBox="1"/>
                <p:nvPr/>
              </p:nvSpPr>
              <p:spPr>
                <a:xfrm>
                  <a:off x="10168857" y="1494872"/>
                  <a:ext cx="1647023" cy="16927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100" noProof="0" dirty="0">
                      <a:latin typeface="Arial"/>
                      <a:cs typeface="Arial"/>
                    </a:rPr>
                    <a:t>12h 25m</a:t>
                  </a:r>
                  <a:endParaRPr lang="es-ES" sz="1100" noProof="0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6" name="Grupo 7">
                <a:extLst>
                  <a:ext uri="{FF2B5EF4-FFF2-40B4-BE49-F238E27FC236}">
                    <a16:creationId xmlns:a16="http://schemas.microsoft.com/office/drawing/2014/main" id="{8916EE79-1115-9295-5DC0-738F8FAF3392}"/>
                  </a:ext>
                </a:extLst>
              </p:cNvPr>
              <p:cNvGrpSpPr/>
              <p:nvPr/>
            </p:nvGrpSpPr>
            <p:grpSpPr>
              <a:xfrm>
                <a:off x="303325" y="1438089"/>
                <a:ext cx="11217907" cy="1138965"/>
                <a:chOff x="461163" y="3270351"/>
                <a:chExt cx="11217907" cy="1138965"/>
              </a:xfrm>
            </p:grpSpPr>
            <p:cxnSp>
              <p:nvCxnSpPr>
                <p:cNvPr id="67" name="LineSeparatorDefault 23">
                  <a:extLst>
                    <a:ext uri="{FF2B5EF4-FFF2-40B4-BE49-F238E27FC236}">
                      <a16:creationId xmlns:a16="http://schemas.microsoft.com/office/drawing/2014/main" id="{1656B5AE-5749-9DF5-316D-229A7262BEF1}"/>
                    </a:ext>
                  </a:extLst>
                </p:cNvPr>
                <p:cNvCxnSpPr>
                  <a:cxnSpLocks/>
                </p:cNvCxnSpPr>
                <p:nvPr>
                  <p:custDataLst>
                    <p:tags r:id="rId4"/>
                  </p:custDataLst>
                </p:nvPr>
              </p:nvCxnSpPr>
              <p:spPr>
                <a:xfrm>
                  <a:off x="488341" y="4409316"/>
                  <a:ext cx="11082528" cy="0"/>
                </a:xfrm>
                <a:prstGeom prst="straightConnector1">
                  <a:avLst/>
                </a:prstGeom>
                <a:ln w="6350" cap="flat">
                  <a:solidFill>
                    <a:schemeClr val="accent1"/>
                  </a:solidFill>
                  <a:miter lim="800000"/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LineSeparatorDefault 23">
                  <a:extLst>
                    <a:ext uri="{FF2B5EF4-FFF2-40B4-BE49-F238E27FC236}">
                      <a16:creationId xmlns:a16="http://schemas.microsoft.com/office/drawing/2014/main" id="{B04A2F10-4956-4584-4815-56E37275DA33}"/>
                    </a:ext>
                  </a:extLst>
                </p:cNvPr>
                <p:cNvCxnSpPr>
                  <a:cxnSpLocks/>
                </p:cNvCxnSpPr>
                <p:nvPr>
                  <p:custDataLst>
                    <p:tags r:id="rId5"/>
                  </p:custDataLst>
                </p:nvPr>
              </p:nvCxnSpPr>
              <p:spPr>
                <a:xfrm>
                  <a:off x="488341" y="3515257"/>
                  <a:ext cx="11082528" cy="0"/>
                </a:xfrm>
                <a:prstGeom prst="straightConnector1">
                  <a:avLst/>
                </a:prstGeom>
                <a:ln w="12700" cap="flat">
                  <a:solidFill>
                    <a:srgbClr val="7F7F7F"/>
                  </a:solidFill>
                  <a:miter lim="800000"/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9" name="TextBox 11">
                  <a:extLst>
                    <a:ext uri="{FF2B5EF4-FFF2-40B4-BE49-F238E27FC236}">
                      <a16:creationId xmlns:a16="http://schemas.microsoft.com/office/drawing/2014/main" id="{A9BDB068-B85F-6BA7-AF31-D66B8BC03E4F}"/>
                    </a:ext>
                  </a:extLst>
                </p:cNvPr>
                <p:cNvSpPr txBox="1"/>
                <p:nvPr/>
              </p:nvSpPr>
              <p:spPr>
                <a:xfrm>
                  <a:off x="488341" y="3270351"/>
                  <a:ext cx="1518920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Impacto</a:t>
                  </a:r>
                </a:p>
              </p:txBody>
            </p:sp>
            <p:sp>
              <p:nvSpPr>
                <p:cNvPr id="70" name="TextBox 12">
                  <a:extLst>
                    <a:ext uri="{FF2B5EF4-FFF2-40B4-BE49-F238E27FC236}">
                      <a16:creationId xmlns:a16="http://schemas.microsoft.com/office/drawing/2014/main" id="{D07A9DE2-9A1F-E1CE-289B-9A7616CC68CF}"/>
                    </a:ext>
                  </a:extLst>
                </p:cNvPr>
                <p:cNvSpPr txBox="1"/>
                <p:nvPr/>
              </p:nvSpPr>
              <p:spPr>
                <a:xfrm>
                  <a:off x="7410202" y="3299812"/>
                  <a:ext cx="4268868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Solución </a:t>
                  </a:r>
                </a:p>
              </p:txBody>
            </p:sp>
            <p:sp>
              <p:nvSpPr>
                <p:cNvPr id="71" name="TextBox 13">
                  <a:extLst>
                    <a:ext uri="{FF2B5EF4-FFF2-40B4-BE49-F238E27FC236}">
                      <a16:creationId xmlns:a16="http://schemas.microsoft.com/office/drawing/2014/main" id="{4FB3B901-B3FE-622D-6527-5BCCE5059A4A}"/>
                    </a:ext>
                  </a:extLst>
                </p:cNvPr>
                <p:cNvSpPr txBox="1"/>
                <p:nvPr/>
              </p:nvSpPr>
              <p:spPr>
                <a:xfrm>
                  <a:off x="3707609" y="3275337"/>
                  <a:ext cx="1042379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Causa</a:t>
                  </a:r>
                </a:p>
              </p:txBody>
            </p:sp>
            <p:sp>
              <p:nvSpPr>
                <p:cNvPr id="72" name="TextBox 16">
                  <a:extLst>
                    <a:ext uri="{FF2B5EF4-FFF2-40B4-BE49-F238E27FC236}">
                      <a16:creationId xmlns:a16="http://schemas.microsoft.com/office/drawing/2014/main" id="{3EBACE6F-5832-AFA0-1405-1CA2C723CED6}"/>
                    </a:ext>
                  </a:extLst>
                </p:cNvPr>
                <p:cNvSpPr txBox="1"/>
                <p:nvPr/>
              </p:nvSpPr>
              <p:spPr>
                <a:xfrm>
                  <a:off x="461163" y="3574183"/>
                  <a:ext cx="3034369" cy="338554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pPr marL="171450" indent="-17145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1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 dirty="0">
                      <a:cs typeface="Arial"/>
                    </a:rPr>
                    <a:t>6,5K clientes de móvil (22 nodos)</a:t>
                  </a:r>
                  <a:endParaRPr lang="es-ES" noProof="0" dirty="0"/>
                </a:p>
                <a:p>
                  <a:pPr marL="171450" indent="-17145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7800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 dirty="0">
                      <a:cs typeface="Arial"/>
                    </a:rPr>
                    <a:t>Llamadas/Consultas Brújula: 443</a:t>
                  </a:r>
                  <a:endParaRPr lang="es-ES" sz="1100" noProof="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73" name="TextBox 16">
                  <a:extLst>
                    <a:ext uri="{FF2B5EF4-FFF2-40B4-BE49-F238E27FC236}">
                      <a16:creationId xmlns:a16="http://schemas.microsoft.com/office/drawing/2014/main" id="{C3C4CA84-DBC4-B78F-4D36-22899662AC0F}"/>
                    </a:ext>
                  </a:extLst>
                </p:cNvPr>
                <p:cNvSpPr txBox="1"/>
                <p:nvPr/>
              </p:nvSpPr>
              <p:spPr>
                <a:xfrm>
                  <a:off x="3662284" y="3582893"/>
                  <a:ext cx="3454485" cy="715581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pPr lvl="1">
                    <a:buClr>
                      <a:schemeClr val="accent1"/>
                    </a:buClr>
                  </a:pPr>
                  <a:r>
                    <a:rPr lang="es-ES" sz="1100" noProof="0" dirty="0">
                      <a:solidFill>
                        <a:srgbClr val="000000"/>
                      </a:solidFill>
                      <a:cs typeface="Arial"/>
                    </a:rPr>
                    <a:t>Caída de 22 nodos RS VDF por un doble corte de transmisión en red de Telefónica.</a:t>
                  </a:r>
                </a:p>
                <a:p>
                  <a:pPr lvl="1">
                    <a:buClr>
                      <a:schemeClr val="accent1"/>
                    </a:buClr>
                  </a:pPr>
                  <a:r>
                    <a:rPr lang="es-ES" sz="1100" noProof="0" dirty="0">
                      <a:solidFill>
                        <a:srgbClr val="000000"/>
                      </a:solidFill>
                      <a:cs typeface="Arial"/>
                    </a:rPr>
                    <a:t>Reportada al Ministerio al cumplirse los criterios definidos en cuanto a impacto y duración.</a:t>
                  </a:r>
                </a:p>
              </p:txBody>
            </p:sp>
            <p:sp>
              <p:nvSpPr>
                <p:cNvPr id="74" name="TextBox 16">
                  <a:extLst>
                    <a:ext uri="{FF2B5EF4-FFF2-40B4-BE49-F238E27FC236}">
                      <a16:creationId xmlns:a16="http://schemas.microsoft.com/office/drawing/2014/main" id="{3C5692CB-F83C-930C-7FB7-713B9442F7A8}"/>
                    </a:ext>
                  </a:extLst>
                </p:cNvPr>
                <p:cNvSpPr txBox="1"/>
                <p:nvPr/>
              </p:nvSpPr>
              <p:spPr>
                <a:xfrm>
                  <a:off x="7410202" y="3591886"/>
                  <a:ext cx="4268867" cy="169277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pPr marL="171450" indent="-171450" defTabSz="685783">
                    <a:spcBef>
                      <a:spcPts val="225"/>
                    </a:spcBef>
                    <a:spcAft>
                      <a:spcPts val="225"/>
                    </a:spcAft>
                    <a:buClr>
                      <a:srgbClr val="FF7900"/>
                    </a:buClr>
                    <a:buFont typeface="Arial" panose="020B0604020202020204" pitchFamily="34" charset="0"/>
                    <a:buChar char="•"/>
                  </a:pPr>
                  <a:r>
                    <a:rPr lang="es-ES" sz="1100" noProof="0" dirty="0">
                      <a:cs typeface="Arial"/>
                    </a:rPr>
                    <a:t>Recuperado tras recuperar TESA uno de los cortes.</a:t>
                  </a:r>
                  <a:endParaRPr lang="es-ES" sz="1100" noProof="0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/>
                    <a:cs typeface="Arial"/>
                  </a:endParaRPr>
                </a:p>
              </p:txBody>
            </p:sp>
          </p:grpSp>
        </p:grpSp>
        <p:sp>
          <p:nvSpPr>
            <p:cNvPr id="63" name="TextBox 15">
              <a:extLst>
                <a:ext uri="{FF2B5EF4-FFF2-40B4-BE49-F238E27FC236}">
                  <a16:creationId xmlns:a16="http://schemas.microsoft.com/office/drawing/2014/main" id="{5E3806DE-5033-30A5-9311-BB2603FCC3C6}"/>
                </a:ext>
              </a:extLst>
            </p:cNvPr>
            <p:cNvSpPr txBox="1"/>
            <p:nvPr/>
          </p:nvSpPr>
          <p:spPr>
            <a:xfrm>
              <a:off x="5194081" y="2185294"/>
              <a:ext cx="2395231" cy="16927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noProof="0" dirty="0">
                  <a:ea typeface="+mn-lt"/>
                  <a:cs typeface="+mn-lt"/>
                </a:rPr>
                <a:t>2606Y92535</a:t>
              </a:r>
              <a:endParaRPr lang="es-ES" noProof="0" dirty="0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BFC9BBF3-2E8E-8C01-F3FA-BB01181D5AE3}"/>
              </a:ext>
            </a:extLst>
          </p:cNvPr>
          <p:cNvGrpSpPr/>
          <p:nvPr/>
        </p:nvGrpSpPr>
        <p:grpSpPr>
          <a:xfrm>
            <a:off x="327813" y="2655334"/>
            <a:ext cx="11217907" cy="1983139"/>
            <a:chOff x="385099" y="1938730"/>
            <a:chExt cx="11217907" cy="1983139"/>
          </a:xfrm>
        </p:grpSpPr>
        <p:grpSp>
          <p:nvGrpSpPr>
            <p:cNvPr id="81" name="Grupo 80">
              <a:extLst>
                <a:ext uri="{FF2B5EF4-FFF2-40B4-BE49-F238E27FC236}">
                  <a16:creationId xmlns:a16="http://schemas.microsoft.com/office/drawing/2014/main" id="{3A874580-31E6-7202-61F3-E071DCBA0640}"/>
                </a:ext>
              </a:extLst>
            </p:cNvPr>
            <p:cNvGrpSpPr/>
            <p:nvPr/>
          </p:nvGrpSpPr>
          <p:grpSpPr>
            <a:xfrm>
              <a:off x="385099" y="1938730"/>
              <a:ext cx="11217907" cy="1983139"/>
              <a:chOff x="303325" y="767651"/>
              <a:chExt cx="11217907" cy="1983139"/>
            </a:xfrm>
          </p:grpSpPr>
          <p:sp>
            <p:nvSpPr>
              <p:cNvPr id="83" name="Subtitle 33">
                <a:extLst>
                  <a:ext uri="{FF2B5EF4-FFF2-40B4-BE49-F238E27FC236}">
                    <a16:creationId xmlns:a16="http://schemas.microsoft.com/office/drawing/2014/main" id="{78056177-7FA9-987C-5AD5-9DA3D10DD5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7476" y="767651"/>
                <a:ext cx="4399266" cy="443198"/>
              </a:xfrm>
              <a:prstGeom prst="rect">
                <a:avLst/>
              </a:prstGeom>
              <a:noFill/>
              <a:ln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lang="en-US" sz="2800" b="0" kern="1200" baseline="0" dirty="0">
                    <a:solidFill>
                      <a:schemeClr val="accent4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s-ES" sz="1600" noProof="0" dirty="0">
                    <a:solidFill>
                      <a:schemeClr val="accent1"/>
                    </a:solidFill>
                    <a:latin typeface="Arial"/>
                    <a:cs typeface="Arial"/>
                  </a:rPr>
                  <a:t>Pérdida de servicio FTTH y móvil en localidades de la provincia de VALENCIA</a:t>
                </a:r>
                <a:endParaRPr lang="es-ES" sz="1600" noProof="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4" name="Grupo 83">
                <a:extLst>
                  <a:ext uri="{FF2B5EF4-FFF2-40B4-BE49-F238E27FC236}">
                    <a16:creationId xmlns:a16="http://schemas.microsoft.com/office/drawing/2014/main" id="{F033D0BE-F2F6-B063-DD65-97C7ADAEA34B}"/>
                  </a:ext>
                </a:extLst>
              </p:cNvPr>
              <p:cNvGrpSpPr/>
              <p:nvPr/>
            </p:nvGrpSpPr>
            <p:grpSpPr>
              <a:xfrm>
                <a:off x="5112307" y="800418"/>
                <a:ext cx="6384781" cy="415539"/>
                <a:chOff x="5431099" y="1261140"/>
                <a:chExt cx="6384781" cy="415539"/>
              </a:xfrm>
            </p:grpSpPr>
            <p:sp>
              <p:nvSpPr>
                <p:cNvPr id="94" name="TextBox 11">
                  <a:extLst>
                    <a:ext uri="{FF2B5EF4-FFF2-40B4-BE49-F238E27FC236}">
                      <a16:creationId xmlns:a16="http://schemas.microsoft.com/office/drawing/2014/main" id="{2AE55800-007B-878F-BB6C-3B20EB288CB6}"/>
                    </a:ext>
                  </a:extLst>
                </p:cNvPr>
                <p:cNvSpPr txBox="1"/>
                <p:nvPr/>
              </p:nvSpPr>
              <p:spPr>
                <a:xfrm>
                  <a:off x="5431099" y="1287090"/>
                  <a:ext cx="1518920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ID</a:t>
                  </a:r>
                </a:p>
              </p:txBody>
            </p:sp>
            <p:sp>
              <p:nvSpPr>
                <p:cNvPr id="95" name="TextBox 13">
                  <a:extLst>
                    <a:ext uri="{FF2B5EF4-FFF2-40B4-BE49-F238E27FC236}">
                      <a16:creationId xmlns:a16="http://schemas.microsoft.com/office/drawing/2014/main" id="{8CB1FD72-0B2B-0F0B-C84F-D977734CACFF}"/>
                    </a:ext>
                  </a:extLst>
                </p:cNvPr>
                <p:cNvSpPr txBox="1"/>
                <p:nvPr/>
              </p:nvSpPr>
              <p:spPr>
                <a:xfrm>
                  <a:off x="10158698" y="1261140"/>
                  <a:ext cx="1042379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Duración</a:t>
                  </a:r>
                </a:p>
              </p:txBody>
            </p:sp>
            <p:sp>
              <p:nvSpPr>
                <p:cNvPr id="96" name="TextBox 14">
                  <a:extLst>
                    <a:ext uri="{FF2B5EF4-FFF2-40B4-BE49-F238E27FC236}">
                      <a16:creationId xmlns:a16="http://schemas.microsoft.com/office/drawing/2014/main" id="{6CFB2C85-B5EF-4D4A-9AF3-7289E8971CA6}"/>
                    </a:ext>
                  </a:extLst>
                </p:cNvPr>
                <p:cNvSpPr txBox="1"/>
                <p:nvPr/>
              </p:nvSpPr>
              <p:spPr>
                <a:xfrm>
                  <a:off x="8496194" y="1287089"/>
                  <a:ext cx="1118871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Fecha  </a:t>
                  </a:r>
                </a:p>
              </p:txBody>
            </p:sp>
            <p:sp>
              <p:nvSpPr>
                <p:cNvPr id="97" name="TextBox 18">
                  <a:extLst>
                    <a:ext uri="{FF2B5EF4-FFF2-40B4-BE49-F238E27FC236}">
                      <a16:creationId xmlns:a16="http://schemas.microsoft.com/office/drawing/2014/main" id="{93DD4DBF-BDDC-2EB1-6186-2698C448FE65}"/>
                    </a:ext>
                  </a:extLst>
                </p:cNvPr>
                <p:cNvSpPr txBox="1"/>
                <p:nvPr/>
              </p:nvSpPr>
              <p:spPr>
                <a:xfrm>
                  <a:off x="8487051" y="1507402"/>
                  <a:ext cx="1588605" cy="16927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100" noProof="0" dirty="0">
                      <a:latin typeface="Arial"/>
                      <a:cs typeface="Arial"/>
                    </a:rPr>
                    <a:t>25/06/2026 16:55</a:t>
                  </a:r>
                </a:p>
              </p:txBody>
            </p:sp>
            <p:sp>
              <p:nvSpPr>
                <p:cNvPr id="98" name="TextBox 4">
                  <a:extLst>
                    <a:ext uri="{FF2B5EF4-FFF2-40B4-BE49-F238E27FC236}">
                      <a16:creationId xmlns:a16="http://schemas.microsoft.com/office/drawing/2014/main" id="{D844FFA6-6566-B80B-C76C-C580892A8636}"/>
                    </a:ext>
                  </a:extLst>
                </p:cNvPr>
                <p:cNvSpPr txBox="1"/>
                <p:nvPr/>
              </p:nvSpPr>
              <p:spPr>
                <a:xfrm>
                  <a:off x="10168857" y="1476584"/>
                  <a:ext cx="1647023" cy="16927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100" noProof="0" dirty="0">
                      <a:latin typeface="Arial"/>
                      <a:cs typeface="Arial"/>
                    </a:rPr>
                    <a:t>2h 4m</a:t>
                  </a:r>
                  <a:endParaRPr lang="es-ES" sz="1100" noProof="0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85" name="Grupo 84">
                <a:extLst>
                  <a:ext uri="{FF2B5EF4-FFF2-40B4-BE49-F238E27FC236}">
                    <a16:creationId xmlns:a16="http://schemas.microsoft.com/office/drawing/2014/main" id="{D4CDBF73-3391-FC01-86A3-9D8D4D9F007E}"/>
                  </a:ext>
                </a:extLst>
              </p:cNvPr>
              <p:cNvGrpSpPr/>
              <p:nvPr/>
            </p:nvGrpSpPr>
            <p:grpSpPr>
              <a:xfrm>
                <a:off x="303325" y="1438089"/>
                <a:ext cx="11217907" cy="1312701"/>
                <a:chOff x="461163" y="3270351"/>
                <a:chExt cx="11217907" cy="1312701"/>
              </a:xfrm>
            </p:grpSpPr>
            <p:cxnSp>
              <p:nvCxnSpPr>
                <p:cNvPr id="86" name="LineSeparatorDefault 23">
                  <a:extLst>
                    <a:ext uri="{FF2B5EF4-FFF2-40B4-BE49-F238E27FC236}">
                      <a16:creationId xmlns:a16="http://schemas.microsoft.com/office/drawing/2014/main" id="{73BE9CBC-942B-B2DB-7150-D650E5993C33}"/>
                    </a:ext>
                  </a:extLst>
                </p:cNvPr>
                <p:cNvCxnSpPr>
                  <a:cxnSpLocks/>
                </p:cNvCxnSpPr>
                <p:nvPr>
                  <p:custDataLst>
                    <p:tags r:id="rId2"/>
                  </p:custDataLst>
                </p:nvPr>
              </p:nvCxnSpPr>
              <p:spPr>
                <a:xfrm>
                  <a:off x="461163" y="4583052"/>
                  <a:ext cx="11082528" cy="0"/>
                </a:xfrm>
                <a:prstGeom prst="straightConnector1">
                  <a:avLst/>
                </a:prstGeom>
                <a:ln w="6350" cap="flat">
                  <a:solidFill>
                    <a:schemeClr val="accent1"/>
                  </a:solidFill>
                  <a:miter lim="800000"/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LineSeparatorDefault 23">
                  <a:extLst>
                    <a:ext uri="{FF2B5EF4-FFF2-40B4-BE49-F238E27FC236}">
                      <a16:creationId xmlns:a16="http://schemas.microsoft.com/office/drawing/2014/main" id="{3172A17E-907B-E1D5-3341-10BF22D1DB22}"/>
                    </a:ext>
                  </a:extLst>
                </p:cNvPr>
                <p:cNvCxnSpPr>
                  <a:cxnSpLocks/>
                </p:cNvCxnSpPr>
                <p:nvPr>
                  <p:custDataLst>
                    <p:tags r:id="rId3"/>
                  </p:custDataLst>
                </p:nvPr>
              </p:nvCxnSpPr>
              <p:spPr>
                <a:xfrm>
                  <a:off x="488341" y="3515257"/>
                  <a:ext cx="11082528" cy="0"/>
                </a:xfrm>
                <a:prstGeom prst="straightConnector1">
                  <a:avLst/>
                </a:prstGeom>
                <a:ln w="12700" cap="flat">
                  <a:solidFill>
                    <a:srgbClr val="7F7F7F"/>
                  </a:solidFill>
                  <a:miter lim="800000"/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8" name="TextBox 11">
                  <a:extLst>
                    <a:ext uri="{FF2B5EF4-FFF2-40B4-BE49-F238E27FC236}">
                      <a16:creationId xmlns:a16="http://schemas.microsoft.com/office/drawing/2014/main" id="{D997FC79-83CC-8BA1-DC84-01105780629D}"/>
                    </a:ext>
                  </a:extLst>
                </p:cNvPr>
                <p:cNvSpPr txBox="1"/>
                <p:nvPr/>
              </p:nvSpPr>
              <p:spPr>
                <a:xfrm>
                  <a:off x="488341" y="3270351"/>
                  <a:ext cx="1518920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Impacto</a:t>
                  </a:r>
                </a:p>
              </p:txBody>
            </p:sp>
            <p:sp>
              <p:nvSpPr>
                <p:cNvPr id="89" name="TextBox 12">
                  <a:extLst>
                    <a:ext uri="{FF2B5EF4-FFF2-40B4-BE49-F238E27FC236}">
                      <a16:creationId xmlns:a16="http://schemas.microsoft.com/office/drawing/2014/main" id="{E46DD1A6-2070-CBF3-B502-A123B1E8BF2D}"/>
                    </a:ext>
                  </a:extLst>
                </p:cNvPr>
                <p:cNvSpPr txBox="1"/>
                <p:nvPr/>
              </p:nvSpPr>
              <p:spPr>
                <a:xfrm>
                  <a:off x="7410202" y="3299812"/>
                  <a:ext cx="4268868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Solución </a:t>
                  </a:r>
                </a:p>
              </p:txBody>
            </p:sp>
            <p:sp>
              <p:nvSpPr>
                <p:cNvPr id="90" name="TextBox 13">
                  <a:extLst>
                    <a:ext uri="{FF2B5EF4-FFF2-40B4-BE49-F238E27FC236}">
                      <a16:creationId xmlns:a16="http://schemas.microsoft.com/office/drawing/2014/main" id="{C17631F5-36E1-6918-18C8-5B14144386AD}"/>
                    </a:ext>
                  </a:extLst>
                </p:cNvPr>
                <p:cNvSpPr txBox="1"/>
                <p:nvPr/>
              </p:nvSpPr>
              <p:spPr>
                <a:xfrm>
                  <a:off x="3707609" y="3275337"/>
                  <a:ext cx="1042379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Causa</a:t>
                  </a:r>
                </a:p>
              </p:txBody>
            </p:sp>
            <p:sp>
              <p:nvSpPr>
                <p:cNvPr id="91" name="TextBox 16">
                  <a:extLst>
                    <a:ext uri="{FF2B5EF4-FFF2-40B4-BE49-F238E27FC236}">
                      <a16:creationId xmlns:a16="http://schemas.microsoft.com/office/drawing/2014/main" id="{9EC9F81D-7246-1671-56CB-4BE6788C5332}"/>
                    </a:ext>
                  </a:extLst>
                </p:cNvPr>
                <p:cNvSpPr txBox="1"/>
                <p:nvPr/>
              </p:nvSpPr>
              <p:spPr>
                <a:xfrm>
                  <a:off x="461163" y="3574183"/>
                  <a:ext cx="3034369" cy="846386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pPr marL="171450" indent="-17145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1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 dirty="0">
                      <a:latin typeface="Arial"/>
                      <a:cs typeface="Arial"/>
                    </a:rPr>
                    <a:t>Clientes de FTTH: 58,6K</a:t>
                  </a:r>
                </a:p>
                <a:p>
                  <a:pPr marL="171450" indent="-17145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1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 dirty="0">
                      <a:cs typeface="Arial"/>
                    </a:rPr>
                    <a:t>2,5K clientes de móvil (12 nodos)</a:t>
                  </a:r>
                </a:p>
                <a:p>
                  <a:pPr marL="171450" indent="-17145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7800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 dirty="0">
                      <a:latin typeface="Arial"/>
                      <a:cs typeface="Arial"/>
                    </a:rPr>
                    <a:t>TTs MM/KRT: 3.352</a:t>
                  </a:r>
                </a:p>
                <a:p>
                  <a:pPr marL="171450" indent="-17145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7800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 dirty="0">
                      <a:latin typeface="Arial"/>
                      <a:cs typeface="Arial"/>
                    </a:rPr>
                    <a:t>TTs OSP/JZZ: 4.410</a:t>
                  </a:r>
                </a:p>
                <a:p>
                  <a:pPr marL="171450" indent="-17145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7800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 dirty="0">
                      <a:cs typeface="Arial"/>
                    </a:rPr>
                    <a:t>Llamadas/Consultas Brújula: 80</a:t>
                  </a:r>
                  <a:endParaRPr lang="es-ES" sz="1100" noProof="0" dirty="0">
                    <a:latin typeface="Arial"/>
                    <a:cs typeface="Arial"/>
                  </a:endParaRPr>
                </a:p>
              </p:txBody>
            </p:sp>
            <p:sp>
              <p:nvSpPr>
                <p:cNvPr id="92" name="TextBox 16">
                  <a:extLst>
                    <a:ext uri="{FF2B5EF4-FFF2-40B4-BE49-F238E27FC236}">
                      <a16:creationId xmlns:a16="http://schemas.microsoft.com/office/drawing/2014/main" id="{778828F7-54F7-328F-B9B7-9839703F5205}"/>
                    </a:ext>
                  </a:extLst>
                </p:cNvPr>
                <p:cNvSpPr txBox="1"/>
                <p:nvPr/>
              </p:nvSpPr>
              <p:spPr>
                <a:xfrm>
                  <a:off x="3662284" y="3582893"/>
                  <a:ext cx="3454485" cy="169277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pPr lvl="1">
                    <a:buClr>
                      <a:schemeClr val="accent1"/>
                    </a:buClr>
                  </a:pPr>
                  <a:r>
                    <a:rPr lang="es-ES" sz="1100" noProof="0" dirty="0">
                      <a:solidFill>
                        <a:srgbClr val="000000"/>
                      </a:solidFill>
                      <a:cs typeface="Arial"/>
                    </a:rPr>
                    <a:t>Doble corte de transmisión en red de Telefónica.</a:t>
                  </a:r>
                </a:p>
              </p:txBody>
            </p:sp>
            <p:sp>
              <p:nvSpPr>
                <p:cNvPr id="93" name="TextBox 16">
                  <a:extLst>
                    <a:ext uri="{FF2B5EF4-FFF2-40B4-BE49-F238E27FC236}">
                      <a16:creationId xmlns:a16="http://schemas.microsoft.com/office/drawing/2014/main" id="{33566C9C-8E26-C941-1CA7-26D8B59574F7}"/>
                    </a:ext>
                  </a:extLst>
                </p:cNvPr>
                <p:cNvSpPr txBox="1"/>
                <p:nvPr/>
              </p:nvSpPr>
              <p:spPr>
                <a:xfrm>
                  <a:off x="7410202" y="3591886"/>
                  <a:ext cx="4268867" cy="169277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pPr marL="171450" indent="-171450" defTabSz="685783">
                    <a:spcBef>
                      <a:spcPts val="225"/>
                    </a:spcBef>
                    <a:spcAft>
                      <a:spcPts val="225"/>
                    </a:spcAft>
                    <a:buClr>
                      <a:srgbClr val="FF7900"/>
                    </a:buClr>
                    <a:buFont typeface="Arial" panose="020B0604020202020204" pitchFamily="34" charset="0"/>
                    <a:buChar char="•"/>
                  </a:pPr>
                  <a:r>
                    <a:rPr lang="es-ES" sz="1100" noProof="0" dirty="0">
                      <a:cs typeface="Arial"/>
                    </a:rPr>
                    <a:t>Recuperado tras reparar ambos cortes por parte de Telefónica.</a:t>
                  </a:r>
                  <a:endParaRPr lang="es-ES" sz="1100" noProof="0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/>
                    <a:cs typeface="Arial"/>
                  </a:endParaRPr>
                </a:p>
              </p:txBody>
            </p:sp>
          </p:grpSp>
        </p:grpSp>
        <p:sp>
          <p:nvSpPr>
            <p:cNvPr id="82" name="TextBox 15">
              <a:extLst>
                <a:ext uri="{FF2B5EF4-FFF2-40B4-BE49-F238E27FC236}">
                  <a16:creationId xmlns:a16="http://schemas.microsoft.com/office/drawing/2014/main" id="{DB6A9EDA-1873-284A-7C6A-981B7EF7EEE4}"/>
                </a:ext>
              </a:extLst>
            </p:cNvPr>
            <p:cNvSpPr txBox="1"/>
            <p:nvPr/>
          </p:nvSpPr>
          <p:spPr>
            <a:xfrm>
              <a:off x="5194081" y="2185294"/>
              <a:ext cx="2395231" cy="45397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noProof="0" dirty="0">
                  <a:ea typeface="+mn-lt"/>
                  <a:cs typeface="+mn-lt"/>
                </a:rPr>
                <a:t>2606Z04580 </a:t>
              </a:r>
            </a:p>
            <a:p>
              <a:pPr>
                <a:buNone/>
              </a:pPr>
              <a:endParaRPr lang="es-E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222004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A26BA-05D7-E4D0-EC0B-775E874C0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135BE03-5F71-911F-CC70-EEEF9D09ADF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3" imgH="354" progId="TCLayout.ActiveDocument.1">
                  <p:embed/>
                </p:oleObj>
              </mc:Choice>
              <mc:Fallback>
                <p:oleObj name="think-cell Slide" r:id="rId6" imgW="353" imgH="35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135BE03-5F71-911F-CC70-EEEF9D09AD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ítulo 3">
            <a:extLst>
              <a:ext uri="{FF2B5EF4-FFF2-40B4-BE49-F238E27FC236}">
                <a16:creationId xmlns:a16="http://schemas.microsoft.com/office/drawing/2014/main" id="{9E8F74A2-C3AD-6D6C-6D40-6ECA74266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" y="108000"/>
            <a:ext cx="8391231" cy="369332"/>
          </a:xfrm>
        </p:spPr>
        <p:txBody>
          <a:bodyPr/>
          <a:lstStyle/>
          <a:p>
            <a:r>
              <a:rPr lang="es-ES" sz="2400" noProof="0" dirty="0"/>
              <a:t>Otras Incidencias RED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148B4DC-3017-A9C3-B96E-E1CE51AEC470}"/>
              </a:ext>
            </a:extLst>
          </p:cNvPr>
          <p:cNvSpPr txBox="1"/>
          <p:nvPr/>
        </p:nvSpPr>
        <p:spPr>
          <a:xfrm>
            <a:off x="2264229" y="4615543"/>
            <a:ext cx="2255520" cy="7837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s-ES" sz="1600" noProof="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803E1D3-A065-9E76-FFFD-9902A78161F9}"/>
              </a:ext>
            </a:extLst>
          </p:cNvPr>
          <p:cNvSpPr txBox="1"/>
          <p:nvPr/>
        </p:nvSpPr>
        <p:spPr>
          <a:xfrm>
            <a:off x="917382" y="5923977"/>
            <a:ext cx="2468880" cy="75895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s-ES" sz="1600" noProof="0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EFB4BA9-F63F-25DE-214F-CC5EE2362D68}"/>
              </a:ext>
            </a:extLst>
          </p:cNvPr>
          <p:cNvGrpSpPr/>
          <p:nvPr/>
        </p:nvGrpSpPr>
        <p:grpSpPr>
          <a:xfrm>
            <a:off x="309524" y="701010"/>
            <a:ext cx="11217907" cy="1973995"/>
            <a:chOff x="385099" y="1938730"/>
            <a:chExt cx="11217907" cy="1973995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DA7C6407-87D0-FBF4-F424-05A4DFAC6DEC}"/>
                </a:ext>
              </a:extLst>
            </p:cNvPr>
            <p:cNvGrpSpPr/>
            <p:nvPr/>
          </p:nvGrpSpPr>
          <p:grpSpPr>
            <a:xfrm>
              <a:off x="385099" y="1938730"/>
              <a:ext cx="11217907" cy="1973995"/>
              <a:chOff x="303325" y="767651"/>
              <a:chExt cx="11217907" cy="1973995"/>
            </a:xfrm>
          </p:grpSpPr>
          <p:sp>
            <p:nvSpPr>
              <p:cNvPr id="7" name="Subtitle 33">
                <a:extLst>
                  <a:ext uri="{FF2B5EF4-FFF2-40B4-BE49-F238E27FC236}">
                    <a16:creationId xmlns:a16="http://schemas.microsoft.com/office/drawing/2014/main" id="{B3552050-A1B3-FC42-2701-251A5663F7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7476" y="767651"/>
                <a:ext cx="4399266" cy="664797"/>
              </a:xfrm>
              <a:prstGeom prst="rect">
                <a:avLst/>
              </a:prstGeom>
              <a:noFill/>
              <a:ln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lang="en-US" sz="2800" b="0" kern="1200" baseline="0" dirty="0">
                    <a:solidFill>
                      <a:schemeClr val="accent4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s-ES" sz="1600" noProof="0" dirty="0">
                    <a:solidFill>
                      <a:schemeClr val="accent1"/>
                    </a:solidFill>
                    <a:latin typeface="Arial"/>
                    <a:cs typeface="Arial"/>
                  </a:rPr>
                  <a:t>Saturación en enlaces IP Madrid-Sevilla afectando a clientes de marcas exMM en las regiones de ANDALUCIA y CANARIAS</a:t>
                </a:r>
                <a:endParaRPr lang="es-ES" sz="1600" noProof="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" name="Grupo 7">
                <a:extLst>
                  <a:ext uri="{FF2B5EF4-FFF2-40B4-BE49-F238E27FC236}">
                    <a16:creationId xmlns:a16="http://schemas.microsoft.com/office/drawing/2014/main" id="{B1DF362B-2D72-FF26-9749-6B1A8254C52C}"/>
                  </a:ext>
                </a:extLst>
              </p:cNvPr>
              <p:cNvGrpSpPr/>
              <p:nvPr/>
            </p:nvGrpSpPr>
            <p:grpSpPr>
              <a:xfrm>
                <a:off x="5112307" y="800418"/>
                <a:ext cx="6384782" cy="415539"/>
                <a:chOff x="5431099" y="1261140"/>
                <a:chExt cx="6384782" cy="415539"/>
              </a:xfrm>
            </p:grpSpPr>
            <p:sp>
              <p:nvSpPr>
                <p:cNvPr id="18" name="TextBox 11">
                  <a:extLst>
                    <a:ext uri="{FF2B5EF4-FFF2-40B4-BE49-F238E27FC236}">
                      <a16:creationId xmlns:a16="http://schemas.microsoft.com/office/drawing/2014/main" id="{64B94FE2-5360-C933-AC96-B0411F008F79}"/>
                    </a:ext>
                  </a:extLst>
                </p:cNvPr>
                <p:cNvSpPr txBox="1"/>
                <p:nvPr/>
              </p:nvSpPr>
              <p:spPr>
                <a:xfrm>
                  <a:off x="5431099" y="1287090"/>
                  <a:ext cx="1518920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ID</a:t>
                  </a:r>
                </a:p>
              </p:txBody>
            </p:sp>
            <p:sp>
              <p:nvSpPr>
                <p:cNvPr id="19" name="TextBox 13">
                  <a:extLst>
                    <a:ext uri="{FF2B5EF4-FFF2-40B4-BE49-F238E27FC236}">
                      <a16:creationId xmlns:a16="http://schemas.microsoft.com/office/drawing/2014/main" id="{9EEFFFBA-E802-CDCB-6B2D-79D6D18107D9}"/>
                    </a:ext>
                  </a:extLst>
                </p:cNvPr>
                <p:cNvSpPr txBox="1"/>
                <p:nvPr/>
              </p:nvSpPr>
              <p:spPr>
                <a:xfrm>
                  <a:off x="10158698" y="1261140"/>
                  <a:ext cx="1042379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Duración</a:t>
                  </a:r>
                </a:p>
              </p:txBody>
            </p:sp>
            <p:sp>
              <p:nvSpPr>
                <p:cNvPr id="20" name="TextBox 14">
                  <a:extLst>
                    <a:ext uri="{FF2B5EF4-FFF2-40B4-BE49-F238E27FC236}">
                      <a16:creationId xmlns:a16="http://schemas.microsoft.com/office/drawing/2014/main" id="{0C0C97E2-D7C7-9CA1-65D8-3824EA5B6ED8}"/>
                    </a:ext>
                  </a:extLst>
                </p:cNvPr>
                <p:cNvSpPr txBox="1"/>
                <p:nvPr/>
              </p:nvSpPr>
              <p:spPr>
                <a:xfrm>
                  <a:off x="8496194" y="1287089"/>
                  <a:ext cx="1118871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Fecha  </a:t>
                  </a:r>
                </a:p>
              </p:txBody>
            </p:sp>
            <p:sp>
              <p:nvSpPr>
                <p:cNvPr id="21" name="TextBox 18">
                  <a:extLst>
                    <a:ext uri="{FF2B5EF4-FFF2-40B4-BE49-F238E27FC236}">
                      <a16:creationId xmlns:a16="http://schemas.microsoft.com/office/drawing/2014/main" id="{C693BC37-AE4A-2106-EA75-9C06F3D92DFE}"/>
                    </a:ext>
                  </a:extLst>
                </p:cNvPr>
                <p:cNvSpPr txBox="1"/>
                <p:nvPr/>
              </p:nvSpPr>
              <p:spPr>
                <a:xfrm>
                  <a:off x="8487051" y="1507402"/>
                  <a:ext cx="1588605" cy="16927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100" noProof="0" dirty="0">
                      <a:latin typeface="Arial"/>
                      <a:cs typeface="Arial"/>
                    </a:rPr>
                    <a:t>22/06/2026 11:30</a:t>
                  </a:r>
                </a:p>
              </p:txBody>
            </p:sp>
            <p:sp>
              <p:nvSpPr>
                <p:cNvPr id="22" name="TextBox 4">
                  <a:extLst>
                    <a:ext uri="{FF2B5EF4-FFF2-40B4-BE49-F238E27FC236}">
                      <a16:creationId xmlns:a16="http://schemas.microsoft.com/office/drawing/2014/main" id="{E9968406-C26C-533B-2719-61E4B0751849}"/>
                    </a:ext>
                  </a:extLst>
                </p:cNvPr>
                <p:cNvSpPr txBox="1"/>
                <p:nvPr/>
              </p:nvSpPr>
              <p:spPr>
                <a:xfrm>
                  <a:off x="10168858" y="1503816"/>
                  <a:ext cx="1647023" cy="169277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100" noProof="0" dirty="0">
                      <a:latin typeface="Arial"/>
                      <a:cs typeface="Arial"/>
                    </a:rPr>
                    <a:t>1h 50m</a:t>
                  </a:r>
                  <a:endParaRPr lang="es-ES" sz="1100" noProof="0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9" name="Grupo 8">
                <a:extLst>
                  <a:ext uri="{FF2B5EF4-FFF2-40B4-BE49-F238E27FC236}">
                    <a16:creationId xmlns:a16="http://schemas.microsoft.com/office/drawing/2014/main" id="{A86514AC-2EDC-30A0-3654-EFC12D4B91F1}"/>
                  </a:ext>
                </a:extLst>
              </p:cNvPr>
              <p:cNvGrpSpPr/>
              <p:nvPr/>
            </p:nvGrpSpPr>
            <p:grpSpPr>
              <a:xfrm>
                <a:off x="303325" y="1438089"/>
                <a:ext cx="11217907" cy="1303557"/>
                <a:chOff x="461163" y="3270351"/>
                <a:chExt cx="11217907" cy="1303557"/>
              </a:xfrm>
            </p:grpSpPr>
            <p:cxnSp>
              <p:nvCxnSpPr>
                <p:cNvPr id="10" name="LineSeparatorDefault 23">
                  <a:extLst>
                    <a:ext uri="{FF2B5EF4-FFF2-40B4-BE49-F238E27FC236}">
                      <a16:creationId xmlns:a16="http://schemas.microsoft.com/office/drawing/2014/main" id="{32F950D3-0B3E-1249-4D99-829FD142EE78}"/>
                    </a:ext>
                  </a:extLst>
                </p:cNvPr>
                <p:cNvCxnSpPr>
                  <a:cxnSpLocks/>
                </p:cNvCxnSpPr>
                <p:nvPr>
                  <p:custDataLst>
                    <p:tags r:id="rId2"/>
                  </p:custDataLst>
                </p:nvPr>
              </p:nvCxnSpPr>
              <p:spPr>
                <a:xfrm>
                  <a:off x="461163" y="4573908"/>
                  <a:ext cx="11082528" cy="0"/>
                </a:xfrm>
                <a:prstGeom prst="straightConnector1">
                  <a:avLst/>
                </a:prstGeom>
                <a:ln w="6350" cap="flat">
                  <a:solidFill>
                    <a:schemeClr val="accent1"/>
                  </a:solidFill>
                  <a:miter lim="800000"/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LineSeparatorDefault 23">
                  <a:extLst>
                    <a:ext uri="{FF2B5EF4-FFF2-40B4-BE49-F238E27FC236}">
                      <a16:creationId xmlns:a16="http://schemas.microsoft.com/office/drawing/2014/main" id="{C9FC6A51-17AA-C82F-400B-799F24B7DC31}"/>
                    </a:ext>
                  </a:extLst>
                </p:cNvPr>
                <p:cNvCxnSpPr>
                  <a:cxnSpLocks/>
                </p:cNvCxnSpPr>
                <p:nvPr>
                  <p:custDataLst>
                    <p:tags r:id="rId3"/>
                  </p:custDataLst>
                </p:nvPr>
              </p:nvCxnSpPr>
              <p:spPr>
                <a:xfrm>
                  <a:off x="488341" y="3515257"/>
                  <a:ext cx="11082528" cy="0"/>
                </a:xfrm>
                <a:prstGeom prst="straightConnector1">
                  <a:avLst/>
                </a:prstGeom>
                <a:ln w="12700" cap="flat">
                  <a:solidFill>
                    <a:srgbClr val="7F7F7F"/>
                  </a:solidFill>
                  <a:miter lim="800000"/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6918F56-CBC8-2CD7-842C-41C64EB451AF}"/>
                    </a:ext>
                  </a:extLst>
                </p:cNvPr>
                <p:cNvSpPr txBox="1"/>
                <p:nvPr/>
              </p:nvSpPr>
              <p:spPr>
                <a:xfrm>
                  <a:off x="488341" y="3270351"/>
                  <a:ext cx="1518920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Impacto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52A3169-7437-705F-259A-2A2DEE9BB443}"/>
                    </a:ext>
                  </a:extLst>
                </p:cNvPr>
                <p:cNvSpPr txBox="1"/>
                <p:nvPr/>
              </p:nvSpPr>
              <p:spPr>
                <a:xfrm>
                  <a:off x="7410202" y="3299812"/>
                  <a:ext cx="4268868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Solución 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3F2C7E8-A5A7-80CC-4F88-142E96E89159}"/>
                    </a:ext>
                  </a:extLst>
                </p:cNvPr>
                <p:cNvSpPr txBox="1"/>
                <p:nvPr/>
              </p:nvSpPr>
              <p:spPr>
                <a:xfrm>
                  <a:off x="3707609" y="3275337"/>
                  <a:ext cx="1042379" cy="215444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b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s-ES" sz="1400" b="1" noProof="0" dirty="0"/>
                    <a:t>Causa</a:t>
                  </a:r>
                </a:p>
              </p:txBody>
            </p:sp>
            <p:sp>
              <p:nvSpPr>
                <p:cNvPr id="15" name="TextBox 16">
                  <a:extLst>
                    <a:ext uri="{FF2B5EF4-FFF2-40B4-BE49-F238E27FC236}">
                      <a16:creationId xmlns:a16="http://schemas.microsoft.com/office/drawing/2014/main" id="{CD53E4C6-2485-75CE-D759-DA072CCEBD1D}"/>
                    </a:ext>
                  </a:extLst>
                </p:cNvPr>
                <p:cNvSpPr txBox="1"/>
                <p:nvPr/>
              </p:nvSpPr>
              <p:spPr>
                <a:xfrm>
                  <a:off x="461163" y="3574183"/>
                  <a:ext cx="3201121" cy="507831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pPr marL="171450" indent="-17145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1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 dirty="0">
                      <a:latin typeface="Arial"/>
                      <a:cs typeface="Arial"/>
                    </a:rPr>
                    <a:t>Reducción de la capacidad de 800GB a 200GB</a:t>
                  </a:r>
                </a:p>
                <a:p>
                  <a:pPr marL="171450" indent="-17145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7800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 dirty="0">
                      <a:latin typeface="Arial"/>
                      <a:cs typeface="Arial"/>
                    </a:rPr>
                    <a:t>TTs MM/KRT: 60 (Fibra) + 290 (TV)</a:t>
                  </a:r>
                </a:p>
                <a:p>
                  <a:pPr marL="171450" indent="-171450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7800"/>
                    </a:buClr>
                    <a:buFont typeface="Arial,Sans-Serif" panose="05000000000000000000" pitchFamily="2" charset="2"/>
                    <a:buChar char="•"/>
                  </a:pPr>
                  <a:r>
                    <a:rPr lang="es-ES" sz="1100" noProof="0" dirty="0">
                      <a:latin typeface="Arial"/>
                      <a:cs typeface="Arial"/>
                    </a:rPr>
                    <a:t>TTs OSP/JZZ: 0 </a:t>
                  </a:r>
                </a:p>
              </p:txBody>
            </p:sp>
            <p:sp>
              <p:nvSpPr>
                <p:cNvPr id="16" name="TextBox 16">
                  <a:extLst>
                    <a:ext uri="{FF2B5EF4-FFF2-40B4-BE49-F238E27FC236}">
                      <a16:creationId xmlns:a16="http://schemas.microsoft.com/office/drawing/2014/main" id="{D61AD66F-7DEE-E918-6EDE-197D5994EE86}"/>
                    </a:ext>
                  </a:extLst>
                </p:cNvPr>
                <p:cNvSpPr txBox="1"/>
                <p:nvPr/>
              </p:nvSpPr>
              <p:spPr>
                <a:xfrm>
                  <a:off x="3662284" y="3582893"/>
                  <a:ext cx="3454485" cy="338554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pPr lvl="1">
                    <a:buClr>
                      <a:schemeClr val="accent1"/>
                    </a:buClr>
                  </a:pPr>
                  <a:r>
                    <a:rPr lang="es-ES" sz="1100" noProof="0" dirty="0">
                      <a:solidFill>
                        <a:srgbClr val="000000"/>
                      </a:solidFill>
                      <a:cs typeface="Arial"/>
                    </a:rPr>
                    <a:t>Corte de enlace de Lyntia entre Madrid y Sevilla debido a un corte eléctrico.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99BF72A-A618-6AA5-FAEE-DE657569963D}"/>
                    </a:ext>
                  </a:extLst>
                </p:cNvPr>
                <p:cNvSpPr txBox="1"/>
                <p:nvPr/>
              </p:nvSpPr>
              <p:spPr>
                <a:xfrm>
                  <a:off x="7410202" y="3591886"/>
                  <a:ext cx="4268867" cy="338554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t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sz="1600">
                      <a:cs typeface="Arial" panose="020B0604020202020204" pitchFamily="34" charset="0"/>
                    </a:defRPr>
                  </a:lvl1pPr>
                  <a:lvl2pPr marL="228600" lvl="1" indent="-2254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Wingdings" panose="05000000000000000000" pitchFamily="2" charset="2"/>
                    <a:buChar char=""/>
                    <a:defRPr sz="1600">
                      <a:cs typeface="Arial" panose="020B0604020202020204" pitchFamily="34" charset="0"/>
                    </a:defRPr>
                  </a:lvl2pPr>
                  <a:lvl3pPr marL="515938" lvl="2" indent="-28733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—"/>
                    <a:defRPr sz="1600">
                      <a:cs typeface="Arial" panose="020B0604020202020204" pitchFamily="34" charset="0"/>
                    </a:defRPr>
                  </a:lvl3pPr>
                  <a:lvl4pPr marL="742950" lvl="3" indent="-182563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Font typeface="Arial" panose="020B0604020202020204" pitchFamily="34" charset="0"/>
                    <a:buChar char="»"/>
                    <a:defRPr sz="1600">
                      <a:cs typeface="Arial" panose="020B0604020202020204" pitchFamily="34" charset="0"/>
                    </a:defRPr>
                  </a:lvl4pPr>
                  <a:lvl5pPr marL="914400" lvl="4" indent="-136525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›"/>
                    <a:defRPr sz="1600">
                      <a:cs typeface="Arial" panose="020B0604020202020204" pitchFamily="34" charset="0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pPr marL="171450" indent="-171450" defTabSz="685783">
                    <a:spcBef>
                      <a:spcPts val="225"/>
                    </a:spcBef>
                    <a:spcAft>
                      <a:spcPts val="225"/>
                    </a:spcAft>
                    <a:buClr>
                      <a:srgbClr val="FF7900"/>
                    </a:buClr>
                    <a:buFont typeface="Arial" panose="020B0604020202020204" pitchFamily="34" charset="0"/>
                    <a:buChar char="•"/>
                  </a:pPr>
                  <a:r>
                    <a:rPr lang="es-ES" sz="1100" noProof="0" dirty="0">
                      <a:cs typeface="Arial"/>
                    </a:rPr>
                    <a:t>Servicio recuperado tras instalar grupo electrógeno por parte de Lyntia.</a:t>
                  </a:r>
                  <a:endParaRPr lang="es-ES" sz="1100" noProof="0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/>
                    <a:cs typeface="Arial"/>
                  </a:endParaRPr>
                </a:p>
              </p:txBody>
            </p:sp>
          </p:grpSp>
        </p:grpSp>
        <p:sp>
          <p:nvSpPr>
            <p:cNvPr id="5" name="TextBox 15">
              <a:extLst>
                <a:ext uri="{FF2B5EF4-FFF2-40B4-BE49-F238E27FC236}">
                  <a16:creationId xmlns:a16="http://schemas.microsoft.com/office/drawing/2014/main" id="{D8BC3A5C-9DD7-C48B-3A86-877D30C2065C}"/>
                </a:ext>
              </a:extLst>
            </p:cNvPr>
            <p:cNvSpPr txBox="1"/>
            <p:nvPr/>
          </p:nvSpPr>
          <p:spPr>
            <a:xfrm>
              <a:off x="5194081" y="2185294"/>
              <a:ext cx="2395231" cy="16927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es-ES" sz="1100" noProof="0" dirty="0">
                  <a:ea typeface="+mn-lt"/>
                  <a:cs typeface="+mn-lt"/>
                </a:rPr>
                <a:t>2606X47269</a:t>
              </a:r>
              <a:endParaRPr lang="es-E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5423510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CTFIXED" val="Yes"/>
  <p:tag name="THINKCELLPRESENTATIONDONOTDELETE" val="&lt;?xml version=&quot;1.0&quot; encoding=&quot;UTF-16&quot; standalone=&quot;yes&quot;?&gt;&lt;root reqver=&quot;25060&quot;&gt;&lt;version val=&quot;28094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4&lt;/m_strFormatTime&gt;&lt;m_yearfmt&gt;&lt;begin val=&quot;0&quot;/&gt;&lt;end val=&quot;4&quot;/&gt;&lt;/m_yearfmt&gt;&lt;/m_precDefaultWeek&gt;&lt;m_precDefaultDay&gt;&lt;m_bNumberIsYear val=&quot;0&quot;/&gt;&lt;m_strFormatTime&gt;%d&lt;/m_strFormatTime&gt;&lt;m_yearfmt&gt;&lt;begin val=&quot;0&quot;/&gt;&lt;end val=&quot;4&quot;/&gt;&lt;/m_yearfmt&gt;&lt;/m_precDefaultDay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SCLIENT" val="True"/>
  <p:tag name="TCCONTRASTACCENTS" val="4|5|6|7|8|9"/>
  <p:tag name="TCLIGHTACCENTS" val="4|5|6|7|8|9"/>
  <p:tag name="TEMPLATELASTEDITED" val="2024-03-15 08:24 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YPE" val="TitleWhi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r8WAgv0cG5g7IkN2Knt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eparatorDefaul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eparatorDefaul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eparatorDefaul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eparatorDefaul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eparatorDefaul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eparatorDefault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eparatorDefaul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eparatorDefaul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eparatorDefaul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SeparatorDefault"/>
</p:tagLst>
</file>

<file path=ppt/theme/theme1.xml><?xml version="1.0" encoding="utf-8"?>
<a:theme xmlns:a="http://schemas.openxmlformats.org/drawingml/2006/main" name="White">
  <a:themeElements>
    <a:clrScheme name="Custom 47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FF7800"/>
      </a:accent1>
      <a:accent2>
        <a:srgbClr val="0F1820"/>
      </a:accent2>
      <a:accent3>
        <a:srgbClr val="FEC999"/>
      </a:accent3>
      <a:accent4>
        <a:srgbClr val="86868E"/>
      </a:accent4>
      <a:accent5>
        <a:srgbClr val="FFE000"/>
      </a:accent5>
      <a:accent6>
        <a:srgbClr val="DEDDE0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FF7800"/>
        </a:accent1>
        <a:accent2>
          <a:srgbClr val="FFC999"/>
        </a:accent2>
        <a:accent3>
          <a:srgbClr val="0F1820"/>
        </a:accent3>
        <a:accent4>
          <a:srgbClr val="86868E"/>
        </a:accent4>
        <a:accent5>
          <a:srgbClr val="FFE000"/>
        </a:accent5>
        <a:accent6>
          <a:srgbClr val="DEDDE0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MAS Orange Template (estándar).potx" id="{8496BD44-D4F2-40FD-AB01-C73144FB9CAE}" vid="{2AD528B6-E396-4F1B-930A-D6B19F502407}"/>
    </a:ext>
  </a:extLst>
</a:theme>
</file>

<file path=ppt/theme/theme2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4A23B680462074A8AF7656793D3EC46" ma:contentTypeVersion="12" ma:contentTypeDescription="Crear nuevo documento." ma:contentTypeScope="" ma:versionID="d3b1eca52acc997fd2590238e7cb6d42">
  <xsd:schema xmlns:xsd="http://www.w3.org/2001/XMLSchema" xmlns:xs="http://www.w3.org/2001/XMLSchema" xmlns:p="http://schemas.microsoft.com/office/2006/metadata/properties" xmlns:ns2="911617a9-2ec9-4645-852f-0245fbed96d5" xmlns:ns3="af684b11-0207-48b9-9ad1-06801cc72a76" targetNamespace="http://schemas.microsoft.com/office/2006/metadata/properties" ma:root="true" ma:fieldsID="657966323f8b06294eee69941ca2e88d" ns2:_="" ns3:_="">
    <xsd:import namespace="911617a9-2ec9-4645-852f-0245fbed96d5"/>
    <xsd:import namespace="af684b11-0207-48b9-9ad1-06801cc72a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617a9-2ec9-4645-852f-0245fbed9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Etiquetas de imagen" ma:readOnly="false" ma:fieldId="{5cf76f15-5ced-4ddc-b409-7134ff3c332f}" ma:taxonomyMulti="true" ma:sspId="52d251f3-6dd8-4e2b-acb2-1f157d5dc5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684b11-0207-48b9-9ad1-06801cc72a76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0a7fc3ad-60b5-492e-8db9-fd43bbb8a6b2}" ma:internalName="TaxCatchAll" ma:showField="CatchAllData" ma:web="af684b11-0207-48b9-9ad1-06801cc72a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1617a9-2ec9-4645-852f-0245fbed96d5">
      <Terms xmlns="http://schemas.microsoft.com/office/infopath/2007/PartnerControls"/>
    </lcf76f155ced4ddcb4097134ff3c332f>
    <TaxCatchAll xmlns="af684b11-0207-48b9-9ad1-06801cc72a76" xsi:nil="true"/>
  </documentManagement>
</p:properties>
</file>

<file path=customXml/itemProps1.xml><?xml version="1.0" encoding="utf-8"?>
<ds:datastoreItem xmlns:ds="http://schemas.openxmlformats.org/officeDocument/2006/customXml" ds:itemID="{4C3BDD5B-8D08-4F85-A0AE-FAA105D1B4E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4FC2FF-8C18-446C-A66B-1977A3690EEF}">
  <ds:schemaRefs>
    <ds:schemaRef ds:uri="911617a9-2ec9-4645-852f-0245fbed96d5"/>
    <ds:schemaRef ds:uri="af684b11-0207-48b9-9ad1-06801cc72a7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1AE8117-67ED-4B4E-B31E-080853EFE73D}">
  <ds:schemaRefs>
    <ds:schemaRef ds:uri="911617a9-2ec9-4645-852f-0245fbed96d5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af684b11-0207-48b9-9ad1-06801cc72a76"/>
    <ds:schemaRef ds:uri="http://schemas.openxmlformats.org/package/2006/metadata/core-properties"/>
    <ds:schemaRef ds:uri="http://purl.org/dc/terms/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3b4c039f-23e2-40b6-aac0-78be1568b6cc}" enabled="1" method="Standard" siteId="{c10a36d8-2981-4b7b-9b89-2ef59365493a}" removed="0"/>
  <clbl:label id="{90c7a20a-f34b-40bf-bc48-b9253b6f5d20}" enabled="0" method="" siteId="{90c7a20a-f34b-40bf-bc48-b9253b6f5d2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240315 MAS Orange Template (estándar)</Template>
  <TotalTime>97</TotalTime>
  <Words>680</Words>
  <Application>Microsoft Office PowerPoint</Application>
  <PresentationFormat>Panorámica</PresentationFormat>
  <Paragraphs>141</Paragraphs>
  <Slides>6</Slides>
  <Notes>6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Arial</vt:lpstr>
      <vt:lpstr>Arial,Sans-Serif</vt:lpstr>
      <vt:lpstr>Wingdings</vt:lpstr>
      <vt:lpstr>Calibri</vt:lpstr>
      <vt:lpstr>Segoe UI</vt:lpstr>
      <vt:lpstr>White</vt:lpstr>
      <vt:lpstr>think-cell Slide</vt:lpstr>
      <vt:lpstr>REPORTE INCIDENCIAS IT + RED</vt:lpstr>
      <vt:lpstr>Incidencias IT OSP/JZZ</vt:lpstr>
      <vt:lpstr>Incidencias IT MM</vt:lpstr>
      <vt:lpstr>Incidencias RED  (&gt; 5000 CLIENTES)</vt:lpstr>
      <vt:lpstr>Incidencias RED  (&gt; 5000 CLIENTES)</vt:lpstr>
      <vt:lpstr>Otras Incidencias RED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(Arial 36 pt, bold bottom-aligned)</dc:title>
  <dc:subject/>
  <dc:creator>Jaime Huete Ormaechea</dc:creator>
  <cp:keywords/>
  <dc:description/>
  <cp:lastModifiedBy>Jesus Angel Valentin Sierra</cp:lastModifiedBy>
  <cp:revision>8</cp:revision>
  <dcterms:created xsi:type="dcterms:W3CDTF">2024-03-18T15:33:16Z</dcterms:created>
  <dcterms:modified xsi:type="dcterms:W3CDTF">2026-06-29T07:57:20Z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LastEdited">
    <vt:lpwstr>2024-03-15 08:24 </vt:lpwstr>
  </property>
  <property fmtid="{D5CDD505-2E9C-101B-9397-08002B2CF9AE}" pid="3" name="ContentTypeId">
    <vt:lpwstr>0x01010014A23B680462074A8AF7656793D3EC46</vt:lpwstr>
  </property>
  <property fmtid="{D5CDD505-2E9C-101B-9397-08002B2CF9AE}" pid="4" name="MediaServiceImageTags">
    <vt:lpwstr/>
  </property>
  <property fmtid="{D5CDD505-2E9C-101B-9397-08002B2CF9AE}" pid="5" name="MSIP_Label_07222825-62ea-40f3-96b5-5375c07996e2_Enabled">
    <vt:lpwstr>true</vt:lpwstr>
  </property>
  <property fmtid="{D5CDD505-2E9C-101B-9397-08002B2CF9AE}" pid="6" name="MSIP_Label_07222825-62ea-40f3-96b5-5375c07996e2_SetDate">
    <vt:lpwstr>2024-06-18T08:44:22Z</vt:lpwstr>
  </property>
  <property fmtid="{D5CDD505-2E9C-101B-9397-08002B2CF9AE}" pid="7" name="MSIP_Label_07222825-62ea-40f3-96b5-5375c07996e2_Method">
    <vt:lpwstr>Privileged</vt:lpwstr>
  </property>
  <property fmtid="{D5CDD505-2E9C-101B-9397-08002B2CF9AE}" pid="8" name="MSIP_Label_07222825-62ea-40f3-96b5-5375c07996e2_Name">
    <vt:lpwstr>unrestricted_parent.2</vt:lpwstr>
  </property>
  <property fmtid="{D5CDD505-2E9C-101B-9397-08002B2CF9AE}" pid="9" name="MSIP_Label_07222825-62ea-40f3-96b5-5375c07996e2_SiteId">
    <vt:lpwstr>90c7a20a-f34b-40bf-bc48-b9253b6f5d20</vt:lpwstr>
  </property>
  <property fmtid="{D5CDD505-2E9C-101B-9397-08002B2CF9AE}" pid="10" name="MSIP_Label_07222825-62ea-40f3-96b5-5375c07996e2_ActionId">
    <vt:lpwstr>e1d3e3c1-f507-40ff-b1e8-6e897b067d76</vt:lpwstr>
  </property>
  <property fmtid="{D5CDD505-2E9C-101B-9397-08002B2CF9AE}" pid="11" name="MSIP_Label_07222825-62ea-40f3-96b5-5375c07996e2_ContentBits">
    <vt:lpwstr>0</vt:lpwstr>
  </property>
  <property fmtid="{D5CDD505-2E9C-101B-9397-08002B2CF9AE}" pid="12" name="ClassificationContentMarkingFooterLocations">
    <vt:lpwstr>White:47</vt:lpwstr>
  </property>
  <property fmtid="{D5CDD505-2E9C-101B-9397-08002B2CF9AE}" pid="13" name="ClassificationContentMarkingFooterText">
    <vt:lpwstr>MasOrange Interna</vt:lpwstr>
  </property>
</Properties>
</file>