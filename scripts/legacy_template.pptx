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900" r:id="rId5"/>
  </p:sldMasterIdLst>
  <p:notesMasterIdLst>
    <p:notesMasterId r:id="rId8"/>
  </p:notesMasterIdLst>
  <p:handoutMasterIdLst>
    <p:handoutMasterId r:id="rId9"/>
  </p:handoutMasterIdLst>
  <p:sldIdLst>
    <p:sldId id="3815" r:id="rId6"/>
    <p:sldId id="3887" r:id="rId7"/>
  </p:sldIdLst>
  <p:sldSz cx="12192000" cy="6858000"/>
  <p:notesSz cx="7102475" cy="9388475"/>
  <p:embeddedFontLst>
    <p:embeddedFont>
      <p:font typeface="Helvetica 75 Bold" panose="020B0804020202020204" pitchFamily="34" charset="0"/>
      <p:bold r:id="rId10"/>
    </p:embeddedFont>
    <p:embeddedFont>
      <p:font typeface="Segoe UI" panose="020B0502040204020203" pitchFamily="3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6868E"/>
    <a:srgbClr val="FEC999"/>
    <a:srgbClr val="800080"/>
    <a:srgbClr val="0000FF"/>
    <a:srgbClr val="DDDDDD"/>
    <a:srgbClr val="DD8080"/>
    <a:srgbClr val="808080"/>
    <a:srgbClr val="80DDD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065FF-90C4-474F-96CF-CB1EFEE3E8E3}" v="2" dt="2026-09-28T07:45:53.459"/>
    <p1510:client id="{13234BF1-3C80-4846-A7ED-803ED6245D6B}" v="19" dt="2026-09-28T15:18:05.539"/>
    <p1510:client id="{47FF6CB9-93B6-4C78-BA0D-9960AB399D57}" v="19" dt="2026-09-28T08:33:09.633"/>
    <p1510:client id="{52AE53DA-B1BC-4F01-8D59-322872018A82}" v="1" dt="2026-09-28T08:39:57.376"/>
    <p1510:client id="{94D53B7C-CF93-CD19-AD5F-2FFD80EFC201}" v="860" dt="2026-09-28T06:39:59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Casado Moreno" userId="6d756575-2663-41cf-ae9f-c227bcd9520f" providerId="ADAL" clId="{6704A4B7-1C19-4EFB-A3AF-0BF1B67A5963}"/>
    <pc:docChg chg="custSel addSld delSld modSld">
      <pc:chgData name="Sergio Casado Moreno" userId="6d756575-2663-41cf-ae9f-c227bcd9520f" providerId="ADAL" clId="{6704A4B7-1C19-4EFB-A3AF-0BF1B67A5963}" dt="2026-09-28T07:45:53.459" v="19" actId="47"/>
      <pc:docMkLst>
        <pc:docMk/>
      </pc:docMkLst>
      <pc:sldChg chg="add">
        <pc:chgData name="Sergio Casado Moreno" userId="6d756575-2663-41cf-ae9f-c227bcd9520f" providerId="ADAL" clId="{6704A4B7-1C19-4EFB-A3AF-0BF1B67A5963}" dt="2026-09-28T07:45:50.868" v="18"/>
        <pc:sldMkLst>
          <pc:docMk/>
          <pc:sldMk cId="74293311" sldId="3814"/>
        </pc:sldMkLst>
      </pc:sldChg>
      <pc:sldChg chg="del">
        <pc:chgData name="Sergio Casado Moreno" userId="6d756575-2663-41cf-ae9f-c227bcd9520f" providerId="ADAL" clId="{6704A4B7-1C19-4EFB-A3AF-0BF1B67A5963}" dt="2026-09-28T07:45:53.459" v="19" actId="47"/>
        <pc:sldMkLst>
          <pc:docMk/>
          <pc:sldMk cId="646148501" sldId="3886"/>
        </pc:sldMkLst>
      </pc:sldChg>
    </pc:docChg>
  </pc:docChgLst>
  <pc:docChgLst>
    <pc:chgData name="ESTHER MUÑOZ PANADERO" userId="S::esther.munoz@masorange.es::9269e024-2e5f-4b27-b1bf-a92838d52006" providerId="AD" clId="Web-{94D53B7C-CF93-CD19-AD5F-2FFD80EFC201}"/>
    <pc:docChg chg="modSld">
      <pc:chgData name="ESTHER MUÑOZ PANADERO" userId="S::esther.munoz@masorange.es::9269e024-2e5f-4b27-b1bf-a92838d52006" providerId="AD" clId="Web-{94D53B7C-CF93-CD19-AD5F-2FFD80EFC201}" dt="2026-09-28T06:39:59.821" v="432" actId="20577"/>
      <pc:docMkLst>
        <pc:docMk/>
      </pc:docMkLst>
      <pc:sldChg chg="addSp modSp">
        <pc:chgData name="ESTHER MUÑOZ PANADERO" userId="S::esther.munoz@masorange.es::9269e024-2e5f-4b27-b1bf-a92838d52006" providerId="AD" clId="Web-{94D53B7C-CF93-CD19-AD5F-2FFD80EFC201}" dt="2026-09-28T06:39:59.821" v="432" actId="20577"/>
        <pc:sldMkLst>
          <pc:docMk/>
          <pc:sldMk cId="303431465" sldId="3885"/>
        </pc:sldMkLst>
        <pc:spChg chg="mod">
          <ac:chgData name="ESTHER MUÑOZ PANADERO" userId="S::esther.munoz@masorange.es::9269e024-2e5f-4b27-b1bf-a92838d52006" providerId="AD" clId="Web-{94D53B7C-CF93-CD19-AD5F-2FFD80EFC201}" dt="2026-09-28T06:23:56.197" v="293" actId="20577"/>
          <ac:spMkLst>
            <pc:docMk/>
            <pc:sldMk cId="303431465" sldId="3885"/>
            <ac:spMk id="4" creationId="{97F0E02E-11E6-C93C-6475-6B0C0FF8C3C7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12:05.972" v="73" actId="20577"/>
          <ac:spMkLst>
            <pc:docMk/>
            <pc:sldMk cId="303431465" sldId="3885"/>
            <ac:spMk id="5" creationId="{586F9C95-7465-BD34-03C8-FA1BAD10E8FF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06:24.477" v="8" actId="14100"/>
          <ac:spMkLst>
            <pc:docMk/>
            <pc:sldMk cId="303431465" sldId="3885"/>
            <ac:spMk id="9" creationId="{66845950-9FF1-31DB-A972-F47A3349A365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08:06.949" v="25" actId="1076"/>
          <ac:spMkLst>
            <pc:docMk/>
            <pc:sldMk cId="303431465" sldId="3885"/>
            <ac:spMk id="14" creationId="{7E2630F0-BE20-6556-3E8E-45A89EE0DB1D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26:46.937" v="304" actId="20577"/>
          <ac:spMkLst>
            <pc:docMk/>
            <pc:sldMk cId="303431465" sldId="3885"/>
            <ac:spMk id="16" creationId="{ACB23A35-7895-3D48-9548-20E5F72F7870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06:12.070" v="4" actId="20577"/>
          <ac:spMkLst>
            <pc:docMk/>
            <pc:sldMk cId="303431465" sldId="3885"/>
            <ac:spMk id="20" creationId="{C3326FED-A271-540A-58C7-AAA731A1E65B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07:09.041" v="15" actId="20577"/>
          <ac:spMkLst>
            <pc:docMk/>
            <pc:sldMk cId="303431465" sldId="3885"/>
            <ac:spMk id="21" creationId="{165F96AA-4534-E425-9C02-6FE9CB65E253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27:24.407" v="307" actId="20577"/>
          <ac:spMkLst>
            <pc:docMk/>
            <pc:sldMk cId="303431465" sldId="3885"/>
            <ac:spMk id="22" creationId="{EEE72FAB-6D85-D239-32D2-AC11BB6AB846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39:59.821" v="432" actId="20577"/>
          <ac:spMkLst>
            <pc:docMk/>
            <pc:sldMk cId="303431465" sldId="3885"/>
            <ac:spMk id="26" creationId="{B6579725-6C38-A4C3-78D5-2DCBECC43B03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37:02.128" v="377" actId="20577"/>
          <ac:spMkLst>
            <pc:docMk/>
            <pc:sldMk cId="303431465" sldId="3885"/>
            <ac:spMk id="27" creationId="{392267DB-A9C2-9702-AD9D-CED2BD99F3C5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30:53.695" v="314" actId="20577"/>
          <ac:spMkLst>
            <pc:docMk/>
            <pc:sldMk cId="303431465" sldId="3885"/>
            <ac:spMk id="30" creationId="{775BE3A2-1BAE-7270-7AA7-A0AC9113CBDA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33:28.340" v="339" actId="20577"/>
          <ac:spMkLst>
            <pc:docMk/>
            <pc:sldMk cId="303431465" sldId="3885"/>
            <ac:spMk id="37" creationId="{5353D993-5591-8B6C-B5F3-A05353FC7D38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31:03.382" v="316" actId="20577"/>
          <ac:spMkLst>
            <pc:docMk/>
            <pc:sldMk cId="303431465" sldId="3885"/>
            <ac:spMk id="41" creationId="{A2FE35C6-967F-FCFC-02F8-EE5449E3C78A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31:52.634" v="321" actId="20577"/>
          <ac:spMkLst>
            <pc:docMk/>
            <pc:sldMk cId="303431465" sldId="3885"/>
            <ac:spMk id="42" creationId="{3FFF70E7-1054-C699-F357-705CB4A8DD52}"/>
          </ac:spMkLst>
        </pc:spChg>
        <pc:spChg chg="mod">
          <ac:chgData name="ESTHER MUÑOZ PANADERO" userId="S::esther.munoz@masorange.es::9269e024-2e5f-4b27-b1bf-a92838d52006" providerId="AD" clId="Web-{94D53B7C-CF93-CD19-AD5F-2FFD80EFC201}" dt="2026-09-28T06:37:30.145" v="383" actId="20577"/>
          <ac:spMkLst>
            <pc:docMk/>
            <pc:sldMk cId="303431465" sldId="3885"/>
            <ac:spMk id="43" creationId="{EDABD359-0CDC-C564-95F2-5CB6CBB17251}"/>
          </ac:spMkLst>
        </pc:spChg>
        <pc:grpChg chg="add">
          <ac:chgData name="ESTHER MUÑOZ PANADERO" userId="S::esther.munoz@masorange.es::9269e024-2e5f-4b27-b1bf-a92838d52006" providerId="AD" clId="Web-{94D53B7C-CF93-CD19-AD5F-2FFD80EFC201}" dt="2026-09-28T06:05:33.272" v="2"/>
          <ac:grpSpMkLst>
            <pc:docMk/>
            <pc:sldMk cId="303431465" sldId="3885"/>
            <ac:grpSpMk id="23" creationId="{EC6B0C18-FBC6-631F-18A2-79EA9459B173}"/>
          </ac:grpSpMkLst>
        </pc:grpChg>
        <pc:grpChg chg="add mod">
          <ac:chgData name="ESTHER MUÑOZ PANADERO" userId="S::esther.munoz@masorange.es::9269e024-2e5f-4b27-b1bf-a92838d52006" providerId="AD" clId="Web-{94D53B7C-CF93-CD19-AD5F-2FFD80EFC201}" dt="2026-09-28T06:29:54.068" v="309" actId="1076"/>
          <ac:grpSpMkLst>
            <pc:docMk/>
            <pc:sldMk cId="303431465" sldId="3885"/>
            <ac:grpSpMk id="24" creationId="{E5372368-D8A3-2947-1C67-A444C32C27FD}"/>
          </ac:grpSpMkLst>
        </pc:grpChg>
        <pc:cxnChg chg="mod">
          <ac:chgData name="ESTHER MUÑOZ PANADERO" userId="S::esther.munoz@masorange.es::9269e024-2e5f-4b27-b1bf-a92838d52006" providerId="AD" clId="Web-{94D53B7C-CF93-CD19-AD5F-2FFD80EFC201}" dt="2026-09-28T06:29:51.349" v="308"/>
          <ac:cxnSpMkLst>
            <pc:docMk/>
            <pc:sldMk cId="303431465" sldId="3885"/>
            <ac:cxnSpMk id="28" creationId="{CF22C587-1674-731E-F1DE-9A08042E7392}"/>
          </ac:cxnSpMkLst>
        </pc:cxnChg>
        <pc:cxnChg chg="mod">
          <ac:chgData name="ESTHER MUÑOZ PANADERO" userId="S::esther.munoz@masorange.es::9269e024-2e5f-4b27-b1bf-a92838d52006" providerId="AD" clId="Web-{94D53B7C-CF93-CD19-AD5F-2FFD80EFC201}" dt="2026-09-28T06:29:51.349" v="308"/>
          <ac:cxnSpMkLst>
            <pc:docMk/>
            <pc:sldMk cId="303431465" sldId="3885"/>
            <ac:cxnSpMk id="33" creationId="{C3A618E5-FBC2-B570-225D-4F96FEAB9005}"/>
          </ac:cxnSpMkLst>
        </pc:cxnChg>
      </pc:sldChg>
      <pc:sldChg chg="modSp">
        <pc:chgData name="ESTHER MUÑOZ PANADERO" userId="S::esther.munoz@masorange.es::9269e024-2e5f-4b27-b1bf-a92838d52006" providerId="AD" clId="Web-{94D53B7C-CF93-CD19-AD5F-2FFD80EFC201}" dt="2026-09-28T06:05:25.865" v="1" actId="1076"/>
        <pc:sldMkLst>
          <pc:docMk/>
          <pc:sldMk cId="646148501" sldId="3886"/>
        </pc:sldMkLst>
        <pc:grpChg chg="mod">
          <ac:chgData name="ESTHER MUÑOZ PANADERO" userId="S::esther.munoz@masorange.es::9269e024-2e5f-4b27-b1bf-a92838d52006" providerId="AD" clId="Web-{94D53B7C-CF93-CD19-AD5F-2FFD80EFC201}" dt="2026-09-28T06:05:25.865" v="1" actId="1076"/>
          <ac:grpSpMkLst>
            <pc:docMk/>
            <pc:sldMk cId="646148501" sldId="3886"/>
            <ac:grpSpMk id="23" creationId="{A5DE5E76-9324-DA7D-66E0-BCCBB984CB0C}"/>
          </ac:grpSpMkLst>
        </pc:grpChg>
      </pc:sldChg>
    </pc:docChg>
  </pc:docChgLst>
  <pc:docChgLst>
    <pc:chgData name="Jesus Angel Valentin Sierra" userId="69adeddf-9181-4883-8e66-34d712eb0c46" providerId="ADAL" clId="{F0242808-48D3-42BE-8330-3B67929945A6}"/>
    <pc:docChg chg="undo custSel addSld delSld modSld">
      <pc:chgData name="Jesus Angel Valentin Sierra" userId="69adeddf-9181-4883-8e66-34d712eb0c46" providerId="ADAL" clId="{F0242808-48D3-42BE-8330-3B67929945A6}" dt="2026-09-28T15:18:05.539" v="250" actId="20577"/>
      <pc:docMkLst>
        <pc:docMk/>
      </pc:docMkLst>
      <pc:sldChg chg="modSp mod">
        <pc:chgData name="Jesus Angel Valentin Sierra" userId="69adeddf-9181-4883-8e66-34d712eb0c46" providerId="ADAL" clId="{F0242808-48D3-42BE-8330-3B67929945A6}" dt="2026-09-28T10:35:49.797" v="221" actId="20577"/>
        <pc:sldMkLst>
          <pc:docMk/>
          <pc:sldMk cId="74293311" sldId="3814"/>
        </pc:sldMkLst>
        <pc:spChg chg="mod">
          <ac:chgData name="Jesus Angel Valentin Sierra" userId="69adeddf-9181-4883-8e66-34d712eb0c46" providerId="ADAL" clId="{F0242808-48D3-42BE-8330-3B67929945A6}" dt="2026-09-28T10:34:57.157" v="211" actId="108"/>
          <ac:spMkLst>
            <pc:docMk/>
            <pc:sldMk cId="74293311" sldId="3814"/>
            <ac:spMk id="9" creationId="{48B2CF10-7AF2-2536-BD88-05B5B10C1D8E}"/>
          </ac:spMkLst>
        </pc:spChg>
        <pc:spChg chg="mod">
          <ac:chgData name="Jesus Angel Valentin Sierra" userId="69adeddf-9181-4883-8e66-34d712eb0c46" providerId="ADAL" clId="{F0242808-48D3-42BE-8330-3B67929945A6}" dt="2026-09-28T10:35:33.334" v="220" actId="20577"/>
          <ac:spMkLst>
            <pc:docMk/>
            <pc:sldMk cId="74293311" sldId="3814"/>
            <ac:spMk id="24" creationId="{5C037DBA-60F5-61A1-ECCD-D99CA0E002C4}"/>
          </ac:spMkLst>
        </pc:spChg>
        <pc:spChg chg="mod">
          <ac:chgData name="Jesus Angel Valentin Sierra" userId="69adeddf-9181-4883-8e66-34d712eb0c46" providerId="ADAL" clId="{F0242808-48D3-42BE-8330-3B67929945A6}" dt="2026-09-28T10:35:49.797" v="221" actId="20577"/>
          <ac:spMkLst>
            <pc:docMk/>
            <pc:sldMk cId="74293311" sldId="3814"/>
            <ac:spMk id="25" creationId="{0AFB0A25-2A7C-C415-8A4D-0E70C57BE4EB}"/>
          </ac:spMkLst>
        </pc:spChg>
      </pc:sldChg>
      <pc:sldChg chg="modSp add mod">
        <pc:chgData name="Jesus Angel Valentin Sierra" userId="69adeddf-9181-4883-8e66-34d712eb0c46" providerId="ADAL" clId="{F0242808-48D3-42BE-8330-3B67929945A6}" dt="2026-09-25T14:02:17.775" v="128" actId="790"/>
        <pc:sldMkLst>
          <pc:docMk/>
          <pc:sldMk cId="2646383257" sldId="3815"/>
        </pc:sldMkLst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2646383257" sldId="3815"/>
            <ac:spMk id="2" creationId="{11D06D31-577C-468F-A315-4B1A48E07A2C}"/>
          </ac:spMkLst>
        </pc:spChg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2646383257" sldId="3815"/>
            <ac:spMk id="3" creationId="{9D165D28-4E2C-4E35-98E6-6B5023BBA057}"/>
          </ac:spMkLst>
        </pc:spChg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2646383257" sldId="3815"/>
            <ac:spMk id="4" creationId="{806FD97B-691F-4513-92F7-37A1FAC29B8E}"/>
          </ac:spMkLst>
        </pc:spChg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2646383257" sldId="3815"/>
            <ac:spMk id="5" creationId="{EB9340E2-D95A-4545-81E1-3AD07AB3A012}"/>
          </ac:spMkLst>
        </pc:spChg>
      </pc:sldChg>
      <pc:sldChg chg="delSp modSp add mod">
        <pc:chgData name="Jesus Angel Valentin Sierra" userId="69adeddf-9181-4883-8e66-34d712eb0c46" providerId="ADAL" clId="{F0242808-48D3-42BE-8330-3B67929945A6}" dt="2026-09-28T10:36:09.863" v="234" actId="20577"/>
        <pc:sldMkLst>
          <pc:docMk/>
          <pc:sldMk cId="303431465" sldId="3885"/>
        </pc:sldMkLst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03431465" sldId="3885"/>
            <ac:spMk id="6" creationId="{2B4953A7-716C-75C6-C21A-4FC7577469D7}"/>
          </ac:spMkLst>
        </pc:spChg>
        <pc:spChg chg="mod">
          <ac:chgData name="Jesus Angel Valentin Sierra" userId="69adeddf-9181-4883-8e66-34d712eb0c46" providerId="ADAL" clId="{F0242808-48D3-42BE-8330-3B67929945A6}" dt="2026-09-28T10:36:09.863" v="234" actId="20577"/>
          <ac:spMkLst>
            <pc:docMk/>
            <pc:sldMk cId="303431465" sldId="3885"/>
            <ac:spMk id="21" creationId="{165F96AA-4534-E425-9C02-6FE9CB65E253}"/>
          </ac:spMkLst>
        </pc:spChg>
        <pc:spChg chg="mod">
          <ac:chgData name="Jesus Angel Valentin Sierra" userId="69adeddf-9181-4883-8e66-34d712eb0c46" providerId="ADAL" clId="{F0242808-48D3-42BE-8330-3B67929945A6}" dt="2026-09-28T10:36:00.471" v="225" actId="20577"/>
          <ac:spMkLst>
            <pc:docMk/>
            <pc:sldMk cId="303431465" sldId="3885"/>
            <ac:spMk id="22" creationId="{EEE72FAB-6D85-D239-32D2-AC11BB6AB846}"/>
          </ac:spMkLst>
        </pc:spChg>
        <pc:spChg chg="mod">
          <ac:chgData name="Jesus Angel Valentin Sierra" userId="69adeddf-9181-4883-8e66-34d712eb0c46" providerId="ADAL" clId="{F0242808-48D3-42BE-8330-3B67929945A6}" dt="2026-09-28T10:36:07.239" v="231" actId="20577"/>
          <ac:spMkLst>
            <pc:docMk/>
            <pc:sldMk cId="303431465" sldId="3885"/>
            <ac:spMk id="42" creationId="{3FFF70E7-1054-C699-F357-705CB4A8DD52}"/>
          </ac:spMkLst>
        </pc:spChg>
        <pc:spChg chg="mod">
          <ac:chgData name="Jesus Angel Valentin Sierra" userId="69adeddf-9181-4883-8e66-34d712eb0c46" providerId="ADAL" clId="{F0242808-48D3-42BE-8330-3B67929945A6}" dt="2026-09-28T10:36:04.178" v="228" actId="20577"/>
          <ac:spMkLst>
            <pc:docMk/>
            <pc:sldMk cId="303431465" sldId="3885"/>
            <ac:spMk id="43" creationId="{EDABD359-0CDC-C564-95F2-5CB6CBB17251}"/>
          </ac:spMkLst>
        </pc:spChg>
      </pc:sldChg>
      <pc:sldChg chg="addSp delSp modSp add mod">
        <pc:chgData name="Jesus Angel Valentin Sierra" userId="69adeddf-9181-4883-8e66-34d712eb0c46" providerId="ADAL" clId="{F0242808-48D3-42BE-8330-3B67929945A6}" dt="2026-09-28T07:09:21.120" v="131" actId="478"/>
        <pc:sldMkLst>
          <pc:docMk/>
          <pc:sldMk cId="646148501" sldId="3886"/>
        </pc:sldMkLst>
        <pc:grpChg chg="del">
          <ac:chgData name="Jesus Angel Valentin Sierra" userId="69adeddf-9181-4883-8e66-34d712eb0c46" providerId="ADAL" clId="{F0242808-48D3-42BE-8330-3B67929945A6}" dt="2026-09-28T07:09:21.120" v="131" actId="478"/>
          <ac:grpSpMkLst>
            <pc:docMk/>
            <pc:sldMk cId="646148501" sldId="3886"/>
            <ac:grpSpMk id="23" creationId="{A5DE5E76-9324-DA7D-66E0-BCCBB984CB0C}"/>
          </ac:grpSpMkLst>
        </pc:grpChg>
      </pc:sldChg>
      <pc:sldChg chg="addSp modSp add mod">
        <pc:chgData name="Jesus Angel Valentin Sierra" userId="69adeddf-9181-4883-8e66-34d712eb0c46" providerId="ADAL" clId="{F0242808-48D3-42BE-8330-3B67929945A6}" dt="2026-09-25T14:02:17.775" v="128" actId="790"/>
        <pc:sldMkLst>
          <pc:docMk/>
          <pc:sldMk cId="3393240443" sldId="3887"/>
        </pc:sldMkLst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5" creationId="{28ED99DF-73A2-8DD1-47E4-C777D727A3B8}"/>
          </ac:spMkLst>
        </pc:spChg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6" creationId="{1F7EDCE9-0BD1-90C8-C484-FCBD549734E4}"/>
          </ac:spMkLst>
        </pc:spChg>
        <pc:spChg chg="mod">
          <ac:chgData name="Jesus Angel Valentin Sierra" userId="69adeddf-9181-4883-8e66-34d712eb0c46" providerId="ADAL" clId="{F0242808-48D3-42BE-8330-3B67929945A6}" dt="2026-09-25T13:12:15.916" v="81" actId="1035"/>
          <ac:spMkLst>
            <pc:docMk/>
            <pc:sldMk cId="3393240443" sldId="3887"/>
            <ac:spMk id="7" creationId="{8DE41E7F-359E-5981-2B25-035CF909E7BE}"/>
          </ac:spMkLst>
        </pc:spChg>
        <pc:spChg chg="mod">
          <ac:chgData name="Jesus Angel Valentin Sierra" userId="69adeddf-9181-4883-8e66-34d712eb0c46" providerId="ADAL" clId="{F0242808-48D3-42BE-8330-3B67929945A6}" dt="2026-09-25T13:12:15.916" v="81" actId="1035"/>
          <ac:spMkLst>
            <pc:docMk/>
            <pc:sldMk cId="3393240443" sldId="3887"/>
            <ac:spMk id="12" creationId="{66BCE6AA-7901-8122-3C20-15D5AB155837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13" creationId="{1AFDC5D8-A2DF-FBF8-ED86-18BFBA301F1F}"/>
          </ac:spMkLst>
        </pc:spChg>
        <pc:spChg chg="mod">
          <ac:chgData name="Jesus Angel Valentin Sierra" userId="69adeddf-9181-4883-8e66-34d712eb0c46" providerId="ADAL" clId="{F0242808-48D3-42BE-8330-3B67929945A6}" dt="2026-09-25T13:12:15.916" v="81" actId="1035"/>
          <ac:spMkLst>
            <pc:docMk/>
            <pc:sldMk cId="3393240443" sldId="3887"/>
            <ac:spMk id="14" creationId="{F808373E-DCDC-EA88-1737-A95C371CB94A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15" creationId="{73D58DE6-D29E-FFB2-BE89-3BF4AFE1630F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16" creationId="{0E0F3765-2E57-F917-BBE9-D7BBE8B16386}"/>
          </ac:spMkLst>
        </pc:spChg>
        <pc:spChg chg="mod">
          <ac:chgData name="Jesus Angel Valentin Sierra" userId="69adeddf-9181-4883-8e66-34d712eb0c46" providerId="ADAL" clId="{F0242808-48D3-42BE-8330-3B67929945A6}" dt="2026-09-25T13:12:15.916" v="81" actId="1035"/>
          <ac:spMkLst>
            <pc:docMk/>
            <pc:sldMk cId="3393240443" sldId="3887"/>
            <ac:spMk id="17" creationId="{C0A445B2-EE7C-5208-7D6A-5FA7EB6AA808}"/>
          </ac:spMkLst>
        </pc:spChg>
        <pc:spChg chg="mod">
          <ac:chgData name="Jesus Angel Valentin Sierra" userId="69adeddf-9181-4883-8e66-34d712eb0c46" providerId="ADAL" clId="{F0242808-48D3-42BE-8330-3B67929945A6}" dt="2026-09-25T13:12:15.916" v="81" actId="1035"/>
          <ac:spMkLst>
            <pc:docMk/>
            <pc:sldMk cId="3393240443" sldId="3887"/>
            <ac:spMk id="18" creationId="{7E36F8BE-D735-0913-19A6-9BF6597126CF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22" creationId="{DA7500FF-896D-2CDD-E682-6D053E34E309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25" creationId="{A07B0A3C-7A0C-3BDB-919D-841801077F8E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31" creationId="{E7134186-4187-7B58-364E-F51F2CBB0D0C}"/>
          </ac:spMkLst>
        </pc:spChg>
        <pc:spChg chg="add mod">
          <ac:chgData name="Jesus Angel Valentin Sierra" userId="69adeddf-9181-4883-8e66-34d712eb0c46" providerId="ADAL" clId="{F0242808-48D3-42BE-8330-3B67929945A6}" dt="2026-09-25T13:11:10.734" v="32"/>
          <ac:spMkLst>
            <pc:docMk/>
            <pc:sldMk cId="3393240443" sldId="3887"/>
            <ac:spMk id="33" creationId="{14981411-AD8B-C832-6276-9E07132D36A0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38" creationId="{2EDC5169-8B37-71D5-0577-9C6A7FD2817F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393240443" sldId="3887"/>
            <ac:spMk id="39" creationId="{C99B5BDC-3734-BB7F-5450-0ACEF616B250}"/>
          </ac:spMkLst>
        </pc:spChg>
      </pc:sldChg>
      <pc:sldChg chg="addSp modSp add mod">
        <pc:chgData name="Jesus Angel Valentin Sierra" userId="69adeddf-9181-4883-8e66-34d712eb0c46" providerId="ADAL" clId="{F0242808-48D3-42BE-8330-3B67929945A6}" dt="2026-09-28T07:23:30.844" v="175" actId="13926"/>
        <pc:sldMkLst>
          <pc:docMk/>
          <pc:sldMk cId="3260637562" sldId="3888"/>
        </pc:sldMkLst>
        <pc:spChg chg="mod">
          <ac:chgData name="Jesus Angel Valentin Sierra" userId="69adeddf-9181-4883-8e66-34d712eb0c46" providerId="ADAL" clId="{F0242808-48D3-42BE-8330-3B67929945A6}" dt="2026-09-25T13:10:12.674" v="27" actId="14100"/>
          <ac:spMkLst>
            <pc:docMk/>
            <pc:sldMk cId="3260637562" sldId="3888"/>
            <ac:spMk id="6" creationId="{32F6FDDB-B4E4-3AC7-BEE4-AA85272E09F1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71" creationId="{0B9EE0AF-9173-6C9F-4236-087A9033C1DB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73" creationId="{7DF61789-5D93-21A7-A03D-84A074CE243A}"/>
          </ac:spMkLst>
        </pc:spChg>
        <pc:spChg chg="add mod">
          <ac:chgData name="Jesus Angel Valentin Sierra" userId="69adeddf-9181-4883-8e66-34d712eb0c46" providerId="ADAL" clId="{F0242808-48D3-42BE-8330-3B67929945A6}" dt="2026-09-28T07:22:47.975" v="164" actId="13926"/>
          <ac:spMkLst>
            <pc:docMk/>
            <pc:sldMk cId="3260637562" sldId="3888"/>
            <ac:spMk id="74" creationId="{3B0EDCCE-952D-3B9A-99E5-11743D1722F8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75" creationId="{AEC3EB7A-6F5D-058F-3D25-8AE8E6B1D299}"/>
          </ac:spMkLst>
        </pc:spChg>
        <pc:spChg chg="mod">
          <ac:chgData name="Jesus Angel Valentin Sierra" userId="69adeddf-9181-4883-8e66-34d712eb0c46" providerId="ADAL" clId="{F0242808-48D3-42BE-8330-3B67929945A6}" dt="2026-09-28T07:23:01.919" v="165"/>
          <ac:spMkLst>
            <pc:docMk/>
            <pc:sldMk cId="3260637562" sldId="3888"/>
            <ac:spMk id="76" creationId="{51B39EC0-25FA-5A8F-6EED-8B5040C2314F}"/>
          </ac:spMkLst>
        </pc:spChg>
        <pc:spChg chg="mod">
          <ac:chgData name="Jesus Angel Valentin Sierra" userId="69adeddf-9181-4883-8e66-34d712eb0c46" providerId="ADAL" clId="{F0242808-48D3-42BE-8330-3B67929945A6}" dt="2026-09-28T07:22:29.681" v="153" actId="20577"/>
          <ac:spMkLst>
            <pc:docMk/>
            <pc:sldMk cId="3260637562" sldId="3888"/>
            <ac:spMk id="80" creationId="{3FAE557F-67A3-0721-7D68-655A1108FF86}"/>
          </ac:spMkLst>
        </pc:spChg>
        <pc:spChg chg="mod">
          <ac:chgData name="Jesus Angel Valentin Sierra" userId="69adeddf-9181-4883-8e66-34d712eb0c46" providerId="ADAL" clId="{F0242808-48D3-42BE-8330-3B67929945A6}" dt="2026-09-28T07:22:40.074" v="160" actId="20577"/>
          <ac:spMkLst>
            <pc:docMk/>
            <pc:sldMk cId="3260637562" sldId="3888"/>
            <ac:spMk id="81" creationId="{AC56EA96-A2CA-87DD-E810-4A6CFCAADCD5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89" creationId="{FCA8B9A5-C172-1840-1774-63A18AE630AB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91" creationId="{D034F500-FD7B-DA0B-F4E7-F29247F994C2}"/>
          </ac:spMkLst>
        </pc:spChg>
        <pc:spChg chg="mod">
          <ac:chgData name="Jesus Angel Valentin Sierra" userId="69adeddf-9181-4883-8e66-34d712eb0c46" providerId="ADAL" clId="{F0242808-48D3-42BE-8330-3B67929945A6}" dt="2026-09-28T07:23:11.588" v="170" actId="20577"/>
          <ac:spMkLst>
            <pc:docMk/>
            <pc:sldMk cId="3260637562" sldId="3888"/>
            <ac:spMk id="92" creationId="{678E366A-7479-A267-E38A-514AF6796946}"/>
          </ac:spMkLst>
        </pc:spChg>
        <pc:spChg chg="mod">
          <ac:chgData name="Jesus Angel Valentin Sierra" userId="69adeddf-9181-4883-8e66-34d712eb0c46" providerId="ADAL" clId="{F0242808-48D3-42BE-8330-3B67929945A6}" dt="2026-09-28T07:23:20.192" v="171"/>
          <ac:spMkLst>
            <pc:docMk/>
            <pc:sldMk cId="3260637562" sldId="3888"/>
            <ac:spMk id="94" creationId="{905A0257-D171-8F11-79CA-DDD513A0F425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98" creationId="{55B15B3F-2782-7516-FCE4-86E327B5666D}"/>
          </ac:spMkLst>
        </pc:spChg>
        <pc:spChg chg="mod">
          <ac:chgData name="Jesus Angel Valentin Sierra" userId="69adeddf-9181-4883-8e66-34d712eb0c46" providerId="ADAL" clId="{F0242808-48D3-42BE-8330-3B67929945A6}" dt="2026-09-28T07:23:30.844" v="175" actId="13926"/>
          <ac:spMkLst>
            <pc:docMk/>
            <pc:sldMk cId="3260637562" sldId="3888"/>
            <ac:spMk id="99" creationId="{797D81BD-B83A-F3AE-897F-CA725BD5E41E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101" creationId="{5A4F1E21-46D1-E724-7BAE-38683B5C8657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115" creationId="{FF48354E-70A2-E3E6-D6E8-757116F1C23A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3260637562" sldId="3888"/>
            <ac:spMk id="116" creationId="{7F70676D-F4CD-F1FC-E277-FCAC30268C92}"/>
          </ac:spMkLst>
        </pc:spChg>
      </pc:sldChg>
      <pc:sldChg chg="addSp modSp add mod">
        <pc:chgData name="Jesus Angel Valentin Sierra" userId="69adeddf-9181-4883-8e66-34d712eb0c46" providerId="ADAL" clId="{F0242808-48D3-42BE-8330-3B67929945A6}" dt="2026-09-28T15:18:05.539" v="250" actId="20577"/>
        <pc:sldMkLst>
          <pc:docMk/>
          <pc:sldMk cId="1279370237" sldId="3889"/>
        </pc:sldMkLst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6" creationId="{142DB358-1F7B-27DA-A8AC-5D627A89BBB7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10" creationId="{0AD5EC5E-CED0-1419-E6EB-944289275E7A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12" creationId="{39008E93-F69C-B582-A9F7-79DD6BBC7296}"/>
          </ac:spMkLst>
        </pc:spChg>
        <pc:spChg chg="add mod">
          <ac:chgData name="Jesus Angel Valentin Sierra" userId="69adeddf-9181-4883-8e66-34d712eb0c46" providerId="ADAL" clId="{F0242808-48D3-42BE-8330-3B67929945A6}" dt="2026-09-28T07:23:58.319" v="178" actId="20577"/>
          <ac:spMkLst>
            <pc:docMk/>
            <pc:sldMk cId="1279370237" sldId="3889"/>
            <ac:spMk id="13" creationId="{4B86AB6E-22C6-85A4-BBB8-A3337CAF5F96}"/>
          </ac:spMkLst>
        </pc:spChg>
        <pc:spChg chg="mod">
          <ac:chgData name="Jesus Angel Valentin Sierra" userId="69adeddf-9181-4883-8e66-34d712eb0c46" providerId="ADAL" clId="{F0242808-48D3-42BE-8330-3B67929945A6}" dt="2026-09-28T07:23:49.608" v="177"/>
          <ac:spMkLst>
            <pc:docMk/>
            <pc:sldMk cId="1279370237" sldId="3889"/>
            <ac:spMk id="15" creationId="{5FF8E955-90B4-04CE-953B-D39DA9E9C7C8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17" creationId="{6428606F-FCA4-D4E7-BF79-493DE5F6CBE6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19" creationId="{02F18A43-5AF5-CD9E-3F74-96BB8A2C865F}"/>
          </ac:spMkLst>
        </pc:spChg>
        <pc:spChg chg="mod">
          <ac:chgData name="Jesus Angel Valentin Sierra" userId="69adeddf-9181-4883-8e66-34d712eb0c46" providerId="ADAL" clId="{F0242808-48D3-42BE-8330-3B67929945A6}" dt="2026-09-28T07:24:43.754" v="206" actId="1035"/>
          <ac:spMkLst>
            <pc:docMk/>
            <pc:sldMk cId="1279370237" sldId="3889"/>
            <ac:spMk id="20" creationId="{A0927CD3-1CC5-A086-B1A8-0D3697E37C5B}"/>
          </ac:spMkLst>
        </pc:spChg>
        <pc:spChg chg="mod">
          <ac:chgData name="Jesus Angel Valentin Sierra" userId="69adeddf-9181-4883-8e66-34d712eb0c46" providerId="ADAL" clId="{F0242808-48D3-42BE-8330-3B67929945A6}" dt="2026-09-28T07:24:47.418" v="208" actId="1035"/>
          <ac:spMkLst>
            <pc:docMk/>
            <pc:sldMk cId="1279370237" sldId="3889"/>
            <ac:spMk id="21" creationId="{E87AC1C2-54C5-8E0B-4003-225087D65DF7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22" creationId="{A163289F-6CAD-BF03-D229-CCE1D7A7AB80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27" creationId="{6DDB19CE-24BA-F9F7-A9D9-41E548C140CA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29" creationId="{F543B717-FBA3-9A89-6431-0DC7F2B17DF5}"/>
          </ac:spMkLst>
        </pc:spChg>
        <pc:spChg chg="add mod">
          <ac:chgData name="Jesus Angel Valentin Sierra" userId="69adeddf-9181-4883-8e66-34d712eb0c46" providerId="ADAL" clId="{F0242808-48D3-42BE-8330-3B67929945A6}" dt="2026-09-25T13:52:00.814" v="90" actId="1076"/>
          <ac:spMkLst>
            <pc:docMk/>
            <pc:sldMk cId="1279370237" sldId="3889"/>
            <ac:spMk id="32" creationId="{EDC0A8A2-458C-4E06-5543-B11547566E34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1279370237" sldId="3889"/>
            <ac:spMk id="35" creationId="{611710D6-56AB-E7A7-99B1-A762488838C1}"/>
          </ac:spMkLst>
        </pc:spChg>
        <pc:spChg chg="mod">
          <ac:chgData name="Jesus Angel Valentin Sierra" userId="69adeddf-9181-4883-8e66-34d712eb0c46" providerId="ADAL" clId="{F0242808-48D3-42BE-8330-3B67929945A6}" dt="2026-09-28T15:18:05.539" v="250" actId="20577"/>
          <ac:spMkLst>
            <pc:docMk/>
            <pc:sldMk cId="1279370237" sldId="3889"/>
            <ac:spMk id="36" creationId="{B64D1A96-6CCC-F092-61A0-52D75FEE64EC}"/>
          </ac:spMkLst>
        </pc:spChg>
      </pc:sldChg>
      <pc:sldChg chg="addSp modSp add mod">
        <pc:chgData name="Jesus Angel Valentin Sierra" userId="69adeddf-9181-4883-8e66-34d712eb0c46" providerId="ADAL" clId="{F0242808-48D3-42BE-8330-3B67929945A6}" dt="2026-09-25T14:03:23.709" v="130" actId="2"/>
        <pc:sldMkLst>
          <pc:docMk/>
          <pc:sldMk cId="481773991" sldId="3890"/>
        </pc:sldMkLst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3" creationId="{8E66E73E-BECF-37CE-81BB-7E36FDFABBCA}"/>
          </ac:spMkLst>
        </pc:spChg>
        <pc:spChg chg="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6" creationId="{F7284BF7-67DC-C788-0F28-8DF3BCEBDB4A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11" creationId="{C77F299E-D886-A84C-33CC-E33B66B9BC19}"/>
          </ac:spMkLst>
        </pc:spChg>
        <pc:spChg chg="add mod">
          <ac:chgData name="Jesus Angel Valentin Sierra" userId="69adeddf-9181-4883-8e66-34d712eb0c46" providerId="ADAL" clId="{F0242808-48D3-42BE-8330-3B67929945A6}" dt="2026-09-25T14:03:23.709" v="130" actId="2"/>
          <ac:spMkLst>
            <pc:docMk/>
            <pc:sldMk cId="481773991" sldId="3890"/>
            <ac:spMk id="12" creationId="{4B0F63C4-69FF-B7D2-1B16-C47C579E9CC1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14" creationId="{9555EF51-80A2-775D-0438-DFE8AC8F3F13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15" creationId="{2A1AE161-BA46-0FA0-4396-FEA3241C320B}"/>
          </ac:spMkLst>
        </pc:spChg>
        <pc:spChg chg="add mod">
          <ac:chgData name="Jesus Angel Valentin Sierra" userId="69adeddf-9181-4883-8e66-34d712eb0c46" providerId="ADAL" clId="{F0242808-48D3-42BE-8330-3B67929945A6}" dt="2026-09-25T13:52:16.700" v="92" actId="1076"/>
          <ac:spMkLst>
            <pc:docMk/>
            <pc:sldMk cId="481773991" sldId="3890"/>
            <ac:spMk id="16" creationId="{1A263EC8-139E-CBDB-703B-E23030E76BE2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17" creationId="{A508A5EE-214B-433C-8FA1-2C4328A1A786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18" creationId="{B19133CA-5B19-486A-44FC-7F818571B112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19" creationId="{52878169-252B-DFA3-1367-705603F01F3E}"/>
          </ac:spMkLst>
        </pc:spChg>
        <pc:spChg chg="add mod">
          <ac:chgData name="Jesus Angel Valentin Sierra" userId="69adeddf-9181-4883-8e66-34d712eb0c46" providerId="ADAL" clId="{F0242808-48D3-42BE-8330-3B67929945A6}" dt="2026-09-25T14:02:17.775" v="128" actId="790"/>
          <ac:spMkLst>
            <pc:docMk/>
            <pc:sldMk cId="481773991" sldId="3890"/>
            <ac:spMk id="20" creationId="{B2B38FC5-A9BA-239D-A8D7-C29FF520CDBC}"/>
          </ac:spMkLst>
        </pc:spChg>
      </pc:sldChg>
      <pc:sldChg chg="add">
        <pc:chgData name="Jesus Angel Valentin Sierra" userId="69adeddf-9181-4883-8e66-34d712eb0c46" providerId="ADAL" clId="{F0242808-48D3-42BE-8330-3B67929945A6}" dt="2026-09-28T07:25:13.527" v="209"/>
        <pc:sldMkLst>
          <pc:docMk/>
          <pc:sldMk cId="2426140593" sldId="3895"/>
        </pc:sldMkLst>
      </pc:sldChg>
    </pc:docChg>
  </pc:docChgLst>
  <pc:docChgLst>
    <pc:chgData name="JOSE FRANCISCO DE LA FUENTE TOLEDANO" userId="372df23f-91e4-44f0-8fcc-48e591ba4efd" providerId="ADAL" clId="{E8DC5AD6-0A2A-4FBE-9EE3-832606834F31}"/>
    <pc:docChg chg="custSel addSld delSld modSld">
      <pc:chgData name="JOSE FRANCISCO DE LA FUENTE TOLEDANO" userId="372df23f-91e4-44f0-8fcc-48e591ba4efd" providerId="ADAL" clId="{E8DC5AD6-0A2A-4FBE-9EE3-832606834F31}" dt="2026-09-28T08:39:57.366" v="134"/>
      <pc:docMkLst>
        <pc:docMk/>
      </pc:docMkLst>
      <pc:sldChg chg="modSp mod">
        <pc:chgData name="JOSE FRANCISCO DE LA FUENTE TOLEDANO" userId="372df23f-91e4-44f0-8fcc-48e591ba4efd" providerId="ADAL" clId="{E8DC5AD6-0A2A-4FBE-9EE3-832606834F31}" dt="2026-09-28T08:12:45.958" v="97" actId="2711"/>
        <pc:sldMkLst>
          <pc:docMk/>
          <pc:sldMk cId="74293311" sldId="3814"/>
        </pc:sldMkLst>
        <pc:spChg chg="mod">
          <ac:chgData name="JOSE FRANCISCO DE LA FUENTE TOLEDANO" userId="372df23f-91e4-44f0-8fcc-48e591ba4efd" providerId="ADAL" clId="{E8DC5AD6-0A2A-4FBE-9EE3-832606834F31}" dt="2026-09-28T08:11:19.240" v="91" actId="108"/>
          <ac:spMkLst>
            <pc:docMk/>
            <pc:sldMk cId="74293311" sldId="3814"/>
            <ac:spMk id="4" creationId="{B32CBAAB-61EC-5028-3543-9B1E65798F67}"/>
          </ac:spMkLst>
        </pc:spChg>
        <pc:spChg chg="mod">
          <ac:chgData name="JOSE FRANCISCO DE LA FUENTE TOLEDANO" userId="372df23f-91e4-44f0-8fcc-48e591ba4efd" providerId="ADAL" clId="{E8DC5AD6-0A2A-4FBE-9EE3-832606834F31}" dt="2026-09-28T08:11:36.638" v="92" actId="108"/>
          <ac:spMkLst>
            <pc:docMk/>
            <pc:sldMk cId="74293311" sldId="3814"/>
            <ac:spMk id="5" creationId="{9FFB7726-BAB9-D9FD-3EB9-B8ED142B11A7}"/>
          </ac:spMkLst>
        </pc:spChg>
        <pc:spChg chg="mod">
          <ac:chgData name="JOSE FRANCISCO DE LA FUENTE TOLEDANO" userId="372df23f-91e4-44f0-8fcc-48e591ba4efd" providerId="ADAL" clId="{E8DC5AD6-0A2A-4FBE-9EE3-832606834F31}" dt="2026-09-28T08:00:42.348" v="89" actId="1076"/>
          <ac:spMkLst>
            <pc:docMk/>
            <pc:sldMk cId="74293311" sldId="3814"/>
            <ac:spMk id="16" creationId="{E04A1B5A-43F9-41D7-8C06-F349EF37096B}"/>
          </ac:spMkLst>
        </pc:spChg>
        <pc:spChg chg="mod">
          <ac:chgData name="JOSE FRANCISCO DE LA FUENTE TOLEDANO" userId="372df23f-91e4-44f0-8fcc-48e591ba4efd" providerId="ADAL" clId="{E8DC5AD6-0A2A-4FBE-9EE3-832606834F31}" dt="2026-09-28T08:12:10.613" v="95" actId="2711"/>
          <ac:spMkLst>
            <pc:docMk/>
            <pc:sldMk cId="74293311" sldId="3814"/>
            <ac:spMk id="24" creationId="{5C037DBA-60F5-61A1-ECCD-D99CA0E002C4}"/>
          </ac:spMkLst>
        </pc:spChg>
        <pc:spChg chg="mod">
          <ac:chgData name="JOSE FRANCISCO DE LA FUENTE TOLEDANO" userId="372df23f-91e4-44f0-8fcc-48e591ba4efd" providerId="ADAL" clId="{E8DC5AD6-0A2A-4FBE-9EE3-832606834F31}" dt="2026-09-28T08:12:45.958" v="97" actId="2711"/>
          <ac:spMkLst>
            <pc:docMk/>
            <pc:sldMk cId="74293311" sldId="3814"/>
            <ac:spMk id="25" creationId="{0AFB0A25-2A7C-C415-8A4D-0E70C57BE4EB}"/>
          </ac:spMkLst>
        </pc:spChg>
      </pc:sldChg>
      <pc:sldChg chg="addSp modSp mod">
        <pc:chgData name="JOSE FRANCISCO DE LA FUENTE TOLEDANO" userId="372df23f-91e4-44f0-8fcc-48e591ba4efd" providerId="ADAL" clId="{E8DC5AD6-0A2A-4FBE-9EE3-832606834F31}" dt="2026-09-28T08:34:17.385" v="132" actId="20577"/>
        <pc:sldMkLst>
          <pc:docMk/>
          <pc:sldMk cId="303431465" sldId="3885"/>
        </pc:sldMkLst>
        <pc:spChg chg="mod">
          <ac:chgData name="JOSE FRANCISCO DE LA FUENTE TOLEDANO" userId="372df23f-91e4-44f0-8fcc-48e591ba4efd" providerId="ADAL" clId="{E8DC5AD6-0A2A-4FBE-9EE3-832606834F31}" dt="2026-09-28T08:13:28.420" v="113" actId="20577"/>
          <ac:spMkLst>
            <pc:docMk/>
            <pc:sldMk cId="303431465" sldId="3885"/>
            <ac:spMk id="4" creationId="{97F0E02E-11E6-C93C-6475-6B0C0FF8C3C7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2"/>
          <ac:spMkLst>
            <pc:docMk/>
            <pc:sldMk cId="303431465" sldId="3885"/>
            <ac:spMk id="5" creationId="{586F9C95-7465-BD34-03C8-FA1BAD10E8FF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1"/>
          <ac:spMkLst>
            <pc:docMk/>
            <pc:sldMk cId="303431465" sldId="3885"/>
            <ac:spMk id="13" creationId="{CA4B34A7-AFE4-ED3E-D516-50D65FDA3BBD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1"/>
          <ac:spMkLst>
            <pc:docMk/>
            <pc:sldMk cId="303431465" sldId="3885"/>
            <ac:spMk id="16" creationId="{ACB23A35-7895-3D48-9548-20E5F72F7870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1"/>
          <ac:spMkLst>
            <pc:docMk/>
            <pc:sldMk cId="303431465" sldId="3885"/>
            <ac:spMk id="17" creationId="{266D64F6-D58F-F207-B715-9F8BE809AFC0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1"/>
          <ac:spMkLst>
            <pc:docMk/>
            <pc:sldMk cId="303431465" sldId="3885"/>
            <ac:spMk id="18" creationId="{8C5FC042-4EB8-9A11-4A9A-3AC5CA55611D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1"/>
          <ac:spMkLst>
            <pc:docMk/>
            <pc:sldMk cId="303431465" sldId="3885"/>
            <ac:spMk id="19" creationId="{91C4279A-7240-8C86-2D58-A16242AF7F94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1"/>
          <ac:spMkLst>
            <pc:docMk/>
            <pc:sldMk cId="303431465" sldId="3885"/>
            <ac:spMk id="20" creationId="{C3326FED-A271-540A-58C7-AAA731A1E65B}"/>
          </ac:spMkLst>
        </pc:spChg>
        <pc:spChg chg="mod">
          <ac:chgData name="JOSE FRANCISCO DE LA FUENTE TOLEDANO" userId="372df23f-91e4-44f0-8fcc-48e591ba4efd" providerId="ADAL" clId="{E8DC5AD6-0A2A-4FBE-9EE3-832606834F31}" dt="2026-09-28T07:57:07.900" v="41"/>
          <ac:spMkLst>
            <pc:docMk/>
            <pc:sldMk cId="303431465" sldId="3885"/>
            <ac:spMk id="21" creationId="{165F96AA-4534-E425-9C02-6FE9CB65E253}"/>
          </ac:spMkLst>
        </pc:spChg>
        <pc:spChg chg="mod">
          <ac:chgData name="JOSE FRANCISCO DE LA FUENTE TOLEDANO" userId="372df23f-91e4-44f0-8fcc-48e591ba4efd" providerId="ADAL" clId="{E8DC5AD6-0A2A-4FBE-9EE3-832606834F31}" dt="2026-09-28T07:57:20.033" v="49" actId="20577"/>
          <ac:spMkLst>
            <pc:docMk/>
            <pc:sldMk cId="303431465" sldId="3885"/>
            <ac:spMk id="22" creationId="{EEE72FAB-6D85-D239-32D2-AC11BB6AB846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26" creationId="{B6579725-6C38-A4C3-78D5-2DCBECC43B03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27" creationId="{392267DB-A9C2-9702-AD9D-CED2BD99F3C5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30" creationId="{775BE3A2-1BAE-7270-7AA7-A0AC9113CBDA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34" creationId="{3BD8BDF7-B885-AC33-44A7-AB0E843AC843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35" creationId="{DF02DF73-3150-BED9-6C03-A89C80A0E0AE}"/>
          </ac:spMkLst>
        </pc:spChg>
        <pc:spChg chg="mod">
          <ac:chgData name="JOSE FRANCISCO DE LA FUENTE TOLEDANO" userId="372df23f-91e4-44f0-8fcc-48e591ba4efd" providerId="ADAL" clId="{E8DC5AD6-0A2A-4FBE-9EE3-832606834F31}" dt="2026-09-28T08:34:17.385" v="132" actId="20577"/>
          <ac:spMkLst>
            <pc:docMk/>
            <pc:sldMk cId="303431465" sldId="3885"/>
            <ac:spMk id="37" creationId="{5353D993-5591-8B6C-B5F3-A05353FC7D38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38" creationId="{B67242F7-C9AA-87D7-333B-08720BF83055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40" creationId="{CB60F741-10F4-096B-DB8F-7D4E7D1FDC4F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41" creationId="{A2FE35C6-967F-FCFC-02F8-EE5449E3C78A}"/>
          </ac:spMkLst>
        </pc:spChg>
        <pc:spChg chg="mod">
          <ac:chgData name="JOSE FRANCISCO DE LA FUENTE TOLEDANO" userId="372df23f-91e4-44f0-8fcc-48e591ba4efd" providerId="ADAL" clId="{E8DC5AD6-0A2A-4FBE-9EE3-832606834F31}" dt="2026-09-28T08:33:09.633" v="115"/>
          <ac:spMkLst>
            <pc:docMk/>
            <pc:sldMk cId="303431465" sldId="3885"/>
            <ac:spMk id="43" creationId="{EDABD359-0CDC-C564-95F2-5CB6CBB17251}"/>
          </ac:spMkLst>
        </pc:spChg>
        <pc:graphicFrameChg chg="add mod">
          <ac:chgData name="JOSE FRANCISCO DE LA FUENTE TOLEDANO" userId="372df23f-91e4-44f0-8fcc-48e591ba4efd" providerId="ADAL" clId="{E8DC5AD6-0A2A-4FBE-9EE3-832606834F31}" dt="2026-09-28T07:55:52.388" v="32"/>
          <ac:graphicFrameMkLst>
            <pc:docMk/>
            <pc:sldMk cId="303431465" sldId="3885"/>
            <ac:graphicFrameMk id="2" creationId="{E31A7CA3-ADE5-F21E-D591-2247A0015514}"/>
          </ac:graphicFrameMkLst>
        </pc:graphicFrameChg>
        <pc:graphicFrameChg chg="add mod">
          <ac:chgData name="JOSE FRANCISCO DE LA FUENTE TOLEDANO" userId="372df23f-91e4-44f0-8fcc-48e591ba4efd" providerId="ADAL" clId="{E8DC5AD6-0A2A-4FBE-9EE3-832606834F31}" dt="2026-09-28T07:55:55.270" v="33"/>
          <ac:graphicFrameMkLst>
            <pc:docMk/>
            <pc:sldMk cId="303431465" sldId="3885"/>
            <ac:graphicFrameMk id="44" creationId="{204DEDF9-278C-F6FA-7560-B7819DF92185}"/>
          </ac:graphicFrameMkLst>
        </pc:graphicFrameChg>
      </pc:sldChg>
      <pc:sldChg chg="add del">
        <pc:chgData name="JOSE FRANCISCO DE LA FUENTE TOLEDANO" userId="372df23f-91e4-44f0-8fcc-48e591ba4efd" providerId="ADAL" clId="{E8DC5AD6-0A2A-4FBE-9EE3-832606834F31}" dt="2026-09-28T08:39:57.366" v="134"/>
        <pc:sldMkLst>
          <pc:docMk/>
          <pc:sldMk cId="3393240443" sldId="3887"/>
        </pc:sldMkLst>
      </pc:sldChg>
      <pc:sldChg chg="add del">
        <pc:chgData name="JOSE FRANCISCO DE LA FUENTE TOLEDANO" userId="372df23f-91e4-44f0-8fcc-48e591ba4efd" providerId="ADAL" clId="{E8DC5AD6-0A2A-4FBE-9EE3-832606834F31}" dt="2026-09-28T08:39:57.366" v="134"/>
        <pc:sldMkLst>
          <pc:docMk/>
          <pc:sldMk cId="3260637562" sldId="3888"/>
        </pc:sldMkLst>
      </pc:sldChg>
      <pc:sldChg chg="add del">
        <pc:chgData name="JOSE FRANCISCO DE LA FUENTE TOLEDANO" userId="372df23f-91e4-44f0-8fcc-48e591ba4efd" providerId="ADAL" clId="{E8DC5AD6-0A2A-4FBE-9EE3-832606834F31}" dt="2026-09-28T08:39:57.366" v="134"/>
        <pc:sldMkLst>
          <pc:docMk/>
          <pc:sldMk cId="1279370237" sldId="3889"/>
        </pc:sldMkLst>
      </pc:sldChg>
      <pc:sldChg chg="add del">
        <pc:chgData name="JOSE FRANCISCO DE LA FUENTE TOLEDANO" userId="372df23f-91e4-44f0-8fcc-48e591ba4efd" providerId="ADAL" clId="{E8DC5AD6-0A2A-4FBE-9EE3-832606834F31}" dt="2026-09-28T08:39:57.366" v="134"/>
        <pc:sldMkLst>
          <pc:docMk/>
          <pc:sldMk cId="481773991" sldId="3890"/>
        </pc:sldMkLst>
      </pc:sldChg>
      <pc:sldChg chg="add del">
        <pc:chgData name="JOSE FRANCISCO DE LA FUENTE TOLEDANO" userId="372df23f-91e4-44f0-8fcc-48e591ba4efd" providerId="ADAL" clId="{E8DC5AD6-0A2A-4FBE-9EE3-832606834F31}" dt="2026-09-28T08:39:57.366" v="134"/>
        <pc:sldMkLst>
          <pc:docMk/>
          <pc:sldMk cId="2426140593" sldId="38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21 October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21 October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FFB0C-334F-4BA3-92D7-112CDA5EAEBD}" type="datetime3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 October 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Slide Image Placeholder 50">
            <a:extLst>
              <a:ext uri="{FF2B5EF4-FFF2-40B4-BE49-F238E27FC236}">
                <a16:creationId xmlns:a16="http://schemas.microsoft.com/office/drawing/2014/main" id="{DCE3710F-2356-44F5-A47E-3DFCE8CD4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0783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8.emf"/><Relationship Id="rId18" Type="http://schemas.openxmlformats.org/officeDocument/2006/relationships/image" Target="../media/image13.png"/><Relationship Id="rId3" Type="http://schemas.openxmlformats.org/officeDocument/2006/relationships/tags" Target="../tags/tag23.xml"/><Relationship Id="rId21" Type="http://schemas.openxmlformats.org/officeDocument/2006/relationships/image" Target="../media/image16.png"/><Relationship Id="rId7" Type="http://schemas.openxmlformats.org/officeDocument/2006/relationships/image" Target="../media/image3.emf"/><Relationship Id="rId12" Type="http://schemas.openxmlformats.org/officeDocument/2006/relationships/image" Target="../media/image7.emf"/><Relationship Id="rId17" Type="http://schemas.openxmlformats.org/officeDocument/2006/relationships/image" Target="../media/image12.png"/><Relationship Id="rId2" Type="http://schemas.openxmlformats.org/officeDocument/2006/relationships/tags" Target="../tags/tag22.xml"/><Relationship Id="rId16" Type="http://schemas.openxmlformats.org/officeDocument/2006/relationships/image" Target="../media/image11.emf"/><Relationship Id="rId20" Type="http://schemas.openxmlformats.org/officeDocument/2006/relationships/image" Target="../media/image15.png"/><Relationship Id="rId1" Type="http://schemas.openxmlformats.org/officeDocument/2006/relationships/tags" Target="../tags/tag2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emf"/><Relationship Id="rId5" Type="http://schemas.openxmlformats.org/officeDocument/2006/relationships/slideMaster" Target="../slideMasters/slideMaster1.xml"/><Relationship Id="rId15" Type="http://schemas.openxmlformats.org/officeDocument/2006/relationships/image" Target="../media/image10.png"/><Relationship Id="rId23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image" Target="../media/image14.png"/><Relationship Id="rId4" Type="http://schemas.openxmlformats.org/officeDocument/2006/relationships/tags" Target="../tags/tag24.xml"/><Relationship Id="rId9" Type="http://schemas.openxmlformats.org/officeDocument/2006/relationships/image" Target="../media/image4.png"/><Relationship Id="rId14" Type="http://schemas.openxmlformats.org/officeDocument/2006/relationships/image" Target="../media/image9.emf"/><Relationship Id="rId22" Type="http://schemas.openxmlformats.org/officeDocument/2006/relationships/image" Target="../media/image17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7.xml"/><Relationship Id="rId7" Type="http://schemas.openxmlformats.org/officeDocument/2006/relationships/image" Target="../media/image3.emf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emf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1.emf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3.emf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3.emf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oleObject" Target="../embeddings/oleObject7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3.emf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oleObject" Target="../embeddings/oleObject8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3.emf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oleObject" Target="../embeddings/oleObject9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55.xml"/><Relationship Id="rId7" Type="http://schemas.openxmlformats.org/officeDocument/2006/relationships/oleObject" Target="../embeddings/oleObject10.bin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9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60.xml"/><Relationship Id="rId7" Type="http://schemas.openxmlformats.org/officeDocument/2006/relationships/oleObject" Target="../embeddings/oleObject11.bin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9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65.xml"/><Relationship Id="rId7" Type="http://schemas.openxmlformats.org/officeDocument/2006/relationships/oleObject" Target="../embeddings/oleObject12.bin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9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70.xml"/><Relationship Id="rId7" Type="http://schemas.openxmlformats.org/officeDocument/2006/relationships/oleObject" Target="../embeddings/oleObject13.bin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9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75.xml"/><Relationship Id="rId7" Type="http://schemas.openxmlformats.org/officeDocument/2006/relationships/oleObject" Target="../embeddings/oleObject14.bin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0.xml"/><Relationship Id="rId7" Type="http://schemas.openxmlformats.org/officeDocument/2006/relationships/image" Target="../media/image3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oleObject" Target="../embeddings/oleObject1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6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4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tags" Target="../tags/tag107.xml"/><Relationship Id="rId21" Type="http://schemas.openxmlformats.org/officeDocument/2006/relationships/image" Target="../media/image22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1.emf"/><Relationship Id="rId17" Type="http://schemas.openxmlformats.org/officeDocument/2006/relationships/image" Target="../media/image16.png"/><Relationship Id="rId2" Type="http://schemas.openxmlformats.org/officeDocument/2006/relationships/tags" Target="../tags/tag106.xml"/><Relationship Id="rId16" Type="http://schemas.openxmlformats.org/officeDocument/2006/relationships/image" Target="../media/image15.png"/><Relationship Id="rId20" Type="http://schemas.openxmlformats.org/officeDocument/2006/relationships/image" Target="../media/image21.png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2.xml"/><Relationship Id="rId11" Type="http://schemas.openxmlformats.org/officeDocument/2006/relationships/image" Target="../media/image10.png"/><Relationship Id="rId5" Type="http://schemas.openxmlformats.org/officeDocument/2006/relationships/tags" Target="../tags/tag109.xml"/><Relationship Id="rId15" Type="http://schemas.openxmlformats.org/officeDocument/2006/relationships/image" Target="../media/image14.png"/><Relationship Id="rId10" Type="http://schemas.openxmlformats.org/officeDocument/2006/relationships/image" Target="../media/image9.emf"/><Relationship Id="rId19" Type="http://schemas.openxmlformats.org/officeDocument/2006/relationships/image" Target="../media/image20.png"/><Relationship Id="rId4" Type="http://schemas.openxmlformats.org/officeDocument/2006/relationships/tags" Target="../tags/tag108.xml"/><Relationship Id="rId9" Type="http://schemas.openxmlformats.org/officeDocument/2006/relationships/image" Target="../media/image4.png"/><Relationship Id="rId14" Type="http://schemas.openxmlformats.org/officeDocument/2006/relationships/image" Target="../media/image13.png"/><Relationship Id="rId22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11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9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1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9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1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9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30.xml"/><Relationship Id="rId7" Type="http://schemas.openxmlformats.org/officeDocument/2006/relationships/oleObject" Target="../embeddings/oleObject6.bin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32.xml"/><Relationship Id="rId4" Type="http://schemas.openxmlformats.org/officeDocument/2006/relationships/tags" Target="../tags/tag13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35.xml"/><Relationship Id="rId7" Type="http://schemas.openxmlformats.org/officeDocument/2006/relationships/oleObject" Target="../embeddings/oleObject7.bin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40.xml"/><Relationship Id="rId7" Type="http://schemas.openxmlformats.org/officeDocument/2006/relationships/oleObject" Target="../embeddings/oleObject8.bin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2.xml"/><Relationship Id="rId4" Type="http://schemas.openxmlformats.org/officeDocument/2006/relationships/tags" Target="../tags/tag14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1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9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image" Target="../media/image1.emf"/><Relationship Id="rId5" Type="http://schemas.openxmlformats.org/officeDocument/2006/relationships/tags" Target="../tags/tag153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152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3" Type="http://schemas.openxmlformats.org/officeDocument/2006/relationships/tags" Target="../tags/tag159.xml"/><Relationship Id="rId7" Type="http://schemas.openxmlformats.org/officeDocument/2006/relationships/tags" Target="../tags/tag163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image" Target="../media/image1.emf"/><Relationship Id="rId5" Type="http://schemas.openxmlformats.org/officeDocument/2006/relationships/tags" Target="../tags/tag161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160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image" Target="../media/image1.emf"/><Relationship Id="rId5" Type="http://schemas.openxmlformats.org/officeDocument/2006/relationships/tags" Target="../tags/tag169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168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image" Target="../media/image19.emf"/><Relationship Id="rId5" Type="http://schemas.openxmlformats.org/officeDocument/2006/relationships/tags" Target="../tags/tag177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176.xml"/><Relationship Id="rId9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3" Type="http://schemas.openxmlformats.org/officeDocument/2006/relationships/tags" Target="../tags/tag183.xml"/><Relationship Id="rId7" Type="http://schemas.openxmlformats.org/officeDocument/2006/relationships/tags" Target="../tags/tag187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image" Target="../media/image1.emf"/><Relationship Id="rId5" Type="http://schemas.openxmlformats.org/officeDocument/2006/relationships/tags" Target="../tags/tag185.xml"/><Relationship Id="rId10" Type="http://schemas.openxmlformats.org/officeDocument/2006/relationships/oleObject" Target="../embeddings/oleObject14.bin"/><Relationship Id="rId4" Type="http://schemas.openxmlformats.org/officeDocument/2006/relationships/tags" Target="../tags/tag184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9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9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97.xml"/><Relationship Id="rId7" Type="http://schemas.openxmlformats.org/officeDocument/2006/relationships/image" Target="../media/image3.emf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oleObject" Target="../embeddings/oleObject16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9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7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10" Type="http://schemas.openxmlformats.org/officeDocument/2006/relationships/image" Target="../media/image1.emf"/><Relationship Id="rId4" Type="http://schemas.openxmlformats.org/officeDocument/2006/relationships/tags" Target="../tags/tag207.xml"/><Relationship Id="rId9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55536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171857" y="4965970"/>
            <a:ext cx="9726795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1200" dirty="0"/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71857" y="3073098"/>
            <a:ext cx="972679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 algn="ctr">
              <a:defRPr lang="en-US" sz="3600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AFA53-4E1E-CEE1-7372-55D9DA065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l="16758" t="20725" r="11635" b="24190"/>
          <a:stretch/>
        </p:blipFill>
        <p:spPr>
          <a:xfrm>
            <a:off x="4199763" y="1110343"/>
            <a:ext cx="3670982" cy="1869621"/>
          </a:xfrm>
          <a:prstGeom prst="rect">
            <a:avLst/>
          </a:prstGeom>
        </p:spPr>
      </p:pic>
      <p:pic>
        <p:nvPicPr>
          <p:cNvPr id="26" name="Imagen 34">
            <a:extLst>
              <a:ext uri="{FF2B5EF4-FFF2-40B4-BE49-F238E27FC236}">
                <a16:creationId xmlns:a16="http://schemas.microsoft.com/office/drawing/2014/main" id="{6F42B641-72C7-4A80-9EF6-DC0231208D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0088" y="6145763"/>
            <a:ext cx="329524" cy="128514"/>
          </a:xfrm>
          <a:prstGeom prst="rect">
            <a:avLst/>
          </a:prstGeom>
        </p:spPr>
      </p:pic>
      <p:pic>
        <p:nvPicPr>
          <p:cNvPr id="27" name="Imagen 37">
            <a:extLst>
              <a:ext uri="{FF2B5EF4-FFF2-40B4-BE49-F238E27FC236}">
                <a16:creationId xmlns:a16="http://schemas.microsoft.com/office/drawing/2014/main" id="{3F5328A2-722F-456E-9EAE-0EE13E7B501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84827" t="-11201" r="-444" b="13414"/>
          <a:stretch/>
        </p:blipFill>
        <p:spPr>
          <a:xfrm>
            <a:off x="1255004" y="6040147"/>
            <a:ext cx="480387" cy="249778"/>
          </a:xfrm>
          <a:prstGeom prst="rect">
            <a:avLst/>
          </a:prstGeom>
        </p:spPr>
      </p:pic>
      <p:pic>
        <p:nvPicPr>
          <p:cNvPr id="29" name="Imagen 39">
            <a:extLst>
              <a:ext uri="{FF2B5EF4-FFF2-40B4-BE49-F238E27FC236}">
                <a16:creationId xmlns:a16="http://schemas.microsoft.com/office/drawing/2014/main" id="{EB6EA72A-57FA-4DB2-A955-9BAE0E7A070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506872" y="6016596"/>
            <a:ext cx="817924" cy="330315"/>
          </a:xfrm>
          <a:prstGeom prst="rect">
            <a:avLst/>
          </a:prstGeom>
        </p:spPr>
      </p:pic>
      <p:pic>
        <p:nvPicPr>
          <p:cNvPr id="31" name="Imagen 41">
            <a:extLst>
              <a:ext uri="{FF2B5EF4-FFF2-40B4-BE49-F238E27FC236}">
                <a16:creationId xmlns:a16="http://schemas.microsoft.com/office/drawing/2014/main" id="{5208EE27-308B-46F1-89B4-EEDAFB229A4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8432" t="13808" r="3866" b="22570"/>
          <a:stretch/>
        </p:blipFill>
        <p:spPr>
          <a:xfrm>
            <a:off x="6885987" y="6079993"/>
            <a:ext cx="594300" cy="198982"/>
          </a:xfrm>
          <a:prstGeom prst="rect">
            <a:avLst/>
          </a:prstGeom>
        </p:spPr>
      </p:pic>
      <p:pic>
        <p:nvPicPr>
          <p:cNvPr id="32" name="Imagen 42">
            <a:extLst>
              <a:ext uri="{FF2B5EF4-FFF2-40B4-BE49-F238E27FC236}">
                <a16:creationId xmlns:a16="http://schemas.microsoft.com/office/drawing/2014/main" id="{233CFDDD-B3E6-422D-BAF1-2D89ACE6C711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973" t="22509" r="3652" b="29230"/>
          <a:stretch/>
        </p:blipFill>
        <p:spPr>
          <a:xfrm>
            <a:off x="6178354" y="6114950"/>
            <a:ext cx="463103" cy="143876"/>
          </a:xfrm>
          <a:prstGeom prst="rect">
            <a:avLst/>
          </a:prstGeom>
        </p:spPr>
      </p:pic>
      <p:pic>
        <p:nvPicPr>
          <p:cNvPr id="34" name="Imagen 44">
            <a:extLst>
              <a:ext uri="{FF2B5EF4-FFF2-40B4-BE49-F238E27FC236}">
                <a16:creationId xmlns:a16="http://schemas.microsoft.com/office/drawing/2014/main" id="{11D02BA1-67BA-4650-9713-690C4CF7B50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22218" r="21421"/>
          <a:stretch/>
        </p:blipFill>
        <p:spPr>
          <a:xfrm>
            <a:off x="7749406" y="5837750"/>
            <a:ext cx="496284" cy="462958"/>
          </a:xfrm>
          <a:prstGeom prst="rect">
            <a:avLst/>
          </a:prstGeom>
        </p:spPr>
      </p:pic>
      <p:pic>
        <p:nvPicPr>
          <p:cNvPr id="35" name="Imagen 45">
            <a:extLst>
              <a:ext uri="{FF2B5EF4-FFF2-40B4-BE49-F238E27FC236}">
                <a16:creationId xmlns:a16="http://schemas.microsoft.com/office/drawing/2014/main" id="{03C1B2A4-1A8F-43FE-8633-7D334FF7A3A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5790" y="5961938"/>
            <a:ext cx="576105" cy="278730"/>
          </a:xfrm>
          <a:prstGeom prst="rect">
            <a:avLst/>
          </a:prstGeom>
        </p:spPr>
      </p:pic>
      <p:pic>
        <p:nvPicPr>
          <p:cNvPr id="36" name="Imagen 46">
            <a:extLst>
              <a:ext uri="{FF2B5EF4-FFF2-40B4-BE49-F238E27FC236}">
                <a16:creationId xmlns:a16="http://schemas.microsoft.com/office/drawing/2014/main" id="{DF6395AA-76DB-4E82-8EA6-F26F0FCE54E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3830" y="5954090"/>
            <a:ext cx="306345" cy="371990"/>
          </a:xfrm>
          <a:prstGeom prst="rect">
            <a:avLst/>
          </a:prstGeom>
        </p:spPr>
      </p:pic>
      <p:pic>
        <p:nvPicPr>
          <p:cNvPr id="37" name="Picture 2" descr="Orange (Marruecos) - Wikipedia, la enciclopedia libre">
            <a:extLst>
              <a:ext uri="{FF2B5EF4-FFF2-40B4-BE49-F238E27FC236}">
                <a16:creationId xmlns:a16="http://schemas.microsoft.com/office/drawing/2014/main" id="{FF0697BF-A547-4ACF-A5AE-A0D72EE35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92" y="5821845"/>
            <a:ext cx="414859" cy="414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6">
            <a:extLst>
              <a:ext uri="{FF2B5EF4-FFF2-40B4-BE49-F238E27FC236}">
                <a16:creationId xmlns:a16="http://schemas.microsoft.com/office/drawing/2014/main" id="{066DAB59-8D46-4F83-9F75-DD49E8C2F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54" y="6125253"/>
            <a:ext cx="465652" cy="11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8E590026-32DE-4049-B235-0E2E6E080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608" y="6127270"/>
            <a:ext cx="473343" cy="15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ector recto 16">
            <a:extLst>
              <a:ext uri="{FF2B5EF4-FFF2-40B4-BE49-F238E27FC236}">
                <a16:creationId xmlns:a16="http://schemas.microsoft.com/office/drawing/2014/main" id="{B570FF95-921B-42F4-9709-D28A743D6BD1}"/>
              </a:ext>
            </a:extLst>
          </p:cNvPr>
          <p:cNvCxnSpPr>
            <a:cxnSpLocks/>
          </p:cNvCxnSpPr>
          <p:nvPr/>
        </p:nvCxnSpPr>
        <p:spPr>
          <a:xfrm>
            <a:off x="540192" y="5724838"/>
            <a:ext cx="1109459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6">
            <a:extLst>
              <a:ext uri="{FF2B5EF4-FFF2-40B4-BE49-F238E27FC236}">
                <a16:creationId xmlns:a16="http://schemas.microsoft.com/office/drawing/2014/main" id="{22536F12-7906-4101-A421-D8620AAB89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9" t="28442" r="22925" b="40654"/>
          <a:stretch/>
        </p:blipFill>
        <p:spPr bwMode="auto">
          <a:xfrm>
            <a:off x="11066296" y="6129828"/>
            <a:ext cx="603145" cy="15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Imagen 5">
            <a:extLst>
              <a:ext uri="{FF2B5EF4-FFF2-40B4-BE49-F238E27FC236}">
                <a16:creationId xmlns:a16="http://schemas.microsoft.com/office/drawing/2014/main" id="{0E8792FF-9213-4054-B952-517C454A1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106" y="6112777"/>
            <a:ext cx="513253" cy="1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92A56743-1783-BB09-CE82-A76DACB722CE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5304354" y="6009517"/>
            <a:ext cx="587802" cy="2308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FB6EA2C-A7BA-1DB2-304B-D9FDB8EBB8AE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2566915" y="6053240"/>
            <a:ext cx="815865" cy="27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1706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4510168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1" y="2617296"/>
            <a:ext cx="972679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4400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AFA53-4E1E-CEE1-7372-55D9DA065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l="16758" t="20725" r="11635" b="24190"/>
          <a:stretch/>
        </p:blipFill>
        <p:spPr>
          <a:xfrm>
            <a:off x="9355054" y="94868"/>
            <a:ext cx="2683186" cy="136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8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184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3" imgH="416" progId="TCLayout.ActiveDocument.1">
                  <p:embed/>
                </p:oleObj>
              </mc:Choice>
              <mc:Fallback>
                <p:oleObj name="think-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0501191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09189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3" imgH="416" progId="TCLayout.ActiveDocument.1">
                  <p:embed/>
                </p:oleObj>
              </mc:Choice>
              <mc:Fallback>
                <p:oleObj name="think-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/>
              <a:t>STICKER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 bwMode="gray">
          <a:xfrm>
            <a:off x="554736" y="172212"/>
            <a:ext cx="10501191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7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35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6950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3244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65036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8476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FA5CD-E671-7F67-7243-4167EA6537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1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916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670C7-E8FE-C3EA-C1AD-1EB60B73A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9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129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DE242A-CDE0-FE4B-D576-159A4CDF2E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61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612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72" imgH="588" progId="TCLayout.ActiveDocument.1">
                  <p:embed/>
                </p:oleObj>
              </mc:Choice>
              <mc:Fallback>
                <p:oleObj name="think-cell Slide" r:id="rId7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38CC9B-B2AF-59EB-958A-E3B3936C1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83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94122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D4AE8-456F-EFFD-1A97-8C5666F40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68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0366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172212"/>
            <a:ext cx="10491955" cy="1154162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/>
              <a:t>STICKER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08065-3051-1DDD-C1A2-20324DD64A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24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B45C4-1A46-7AEB-B269-268890121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893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57F457-6247-44D4-BE3C-66B191EB78D5}"/>
              </a:ext>
            </a:extLst>
          </p:cNvPr>
          <p:cNvSpPr txBox="1"/>
          <p:nvPr userDrawn="1"/>
        </p:nvSpPr>
        <p:spPr>
          <a:xfrm>
            <a:off x="4064000" y="2367171"/>
            <a:ext cx="4064000" cy="2123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 rtl="0"/>
            <a:r>
              <a:rPr lang="en-US" sz="1380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55536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171857" y="4965970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1400" dirty="0"/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71857" y="4558143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171857" y="3073098"/>
            <a:ext cx="972679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 algn="ctr">
              <a:defRPr lang="en-US" sz="3600" b="1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26" name="Imagen 34">
            <a:extLst>
              <a:ext uri="{FF2B5EF4-FFF2-40B4-BE49-F238E27FC236}">
                <a16:creationId xmlns:a16="http://schemas.microsoft.com/office/drawing/2014/main" id="{6F42B641-72C7-4A80-9EF6-DC0231208D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1288" y="6272763"/>
            <a:ext cx="329524" cy="128514"/>
          </a:xfrm>
          <a:prstGeom prst="rect">
            <a:avLst/>
          </a:prstGeom>
        </p:spPr>
      </p:pic>
      <p:pic>
        <p:nvPicPr>
          <p:cNvPr id="34" name="Imagen 44">
            <a:extLst>
              <a:ext uri="{FF2B5EF4-FFF2-40B4-BE49-F238E27FC236}">
                <a16:creationId xmlns:a16="http://schemas.microsoft.com/office/drawing/2014/main" id="{11D02BA1-67BA-4650-9713-690C4CF7B50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2218" r="21421"/>
          <a:stretch/>
        </p:blipFill>
        <p:spPr>
          <a:xfrm>
            <a:off x="7190605" y="5911409"/>
            <a:ext cx="537749" cy="501639"/>
          </a:xfrm>
          <a:prstGeom prst="rect">
            <a:avLst/>
          </a:prstGeom>
        </p:spPr>
      </p:pic>
      <p:pic>
        <p:nvPicPr>
          <p:cNvPr id="35" name="Imagen 45">
            <a:extLst>
              <a:ext uri="{FF2B5EF4-FFF2-40B4-BE49-F238E27FC236}">
                <a16:creationId xmlns:a16="http://schemas.microsoft.com/office/drawing/2014/main" id="{03C1B2A4-1A8F-43FE-8633-7D334FF7A3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6990" y="6088938"/>
            <a:ext cx="576105" cy="278730"/>
          </a:xfrm>
          <a:prstGeom prst="rect">
            <a:avLst/>
          </a:prstGeom>
        </p:spPr>
      </p:pic>
      <p:pic>
        <p:nvPicPr>
          <p:cNvPr id="36" name="Imagen 46">
            <a:extLst>
              <a:ext uri="{FF2B5EF4-FFF2-40B4-BE49-F238E27FC236}">
                <a16:creationId xmlns:a16="http://schemas.microsoft.com/office/drawing/2014/main" id="{DF6395AA-76DB-4E82-8EA6-F26F0FCE54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5030" y="6088710"/>
            <a:ext cx="306345" cy="371990"/>
          </a:xfrm>
          <a:prstGeom prst="rect">
            <a:avLst/>
          </a:prstGeom>
        </p:spPr>
      </p:pic>
      <p:pic>
        <p:nvPicPr>
          <p:cNvPr id="37" name="Picture 2" descr="Orange (Marruecos) - Wikipedia, la enciclopedia libre">
            <a:extLst>
              <a:ext uri="{FF2B5EF4-FFF2-40B4-BE49-F238E27FC236}">
                <a16:creationId xmlns:a16="http://schemas.microsoft.com/office/drawing/2014/main" id="{FF0697BF-A547-4ACF-A5AE-A0D72EE35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92" y="5948845"/>
            <a:ext cx="414859" cy="414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6">
            <a:extLst>
              <a:ext uri="{FF2B5EF4-FFF2-40B4-BE49-F238E27FC236}">
                <a16:creationId xmlns:a16="http://schemas.microsoft.com/office/drawing/2014/main" id="{066DAB59-8D46-4F83-9F75-DD49E8C2F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054" y="6252253"/>
            <a:ext cx="465652" cy="11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8E590026-32DE-4049-B235-0E2E6E080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040" y="6228626"/>
            <a:ext cx="550661" cy="18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ector recto 16">
            <a:extLst>
              <a:ext uri="{FF2B5EF4-FFF2-40B4-BE49-F238E27FC236}">
                <a16:creationId xmlns:a16="http://schemas.microsoft.com/office/drawing/2014/main" id="{B570FF95-921B-42F4-9709-D28A743D6BD1}"/>
              </a:ext>
            </a:extLst>
          </p:cNvPr>
          <p:cNvCxnSpPr>
            <a:cxnSpLocks/>
          </p:cNvCxnSpPr>
          <p:nvPr/>
        </p:nvCxnSpPr>
        <p:spPr>
          <a:xfrm>
            <a:off x="540192" y="5724838"/>
            <a:ext cx="1109459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6">
            <a:extLst>
              <a:ext uri="{FF2B5EF4-FFF2-40B4-BE49-F238E27FC236}">
                <a16:creationId xmlns:a16="http://schemas.microsoft.com/office/drawing/2014/main" id="{22536F12-7906-4101-A421-D8620AAB89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9" t="28442" r="22925" b="40654"/>
          <a:stretch/>
        </p:blipFill>
        <p:spPr bwMode="auto">
          <a:xfrm>
            <a:off x="10507496" y="6256828"/>
            <a:ext cx="603145" cy="15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Imagen 5">
            <a:extLst>
              <a:ext uri="{FF2B5EF4-FFF2-40B4-BE49-F238E27FC236}">
                <a16:creationId xmlns:a16="http://schemas.microsoft.com/office/drawing/2014/main" id="{0E8792FF-9213-4054-B952-517C454A1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882" y="6239777"/>
            <a:ext cx="513253" cy="1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FB6EA2C-A7BA-1DB2-304B-D9FDB8EBB8A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996175" y="6180240"/>
            <a:ext cx="815865" cy="2714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8E53CDA-77E3-9E52-BD2C-7A8394328C0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940137" y="6192482"/>
            <a:ext cx="755853" cy="2308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F9EA230-95DD-5D39-7180-04366CD561B7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rcRect l="23822" t="37257" r="24313" b="39985"/>
          <a:stretch>
            <a:fillRect/>
          </a:stretch>
        </p:blipFill>
        <p:spPr>
          <a:xfrm>
            <a:off x="5718976" y="6219895"/>
            <a:ext cx="576785" cy="17900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9C123BF-229E-451C-9E06-22155BB261D1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061" y="6143122"/>
            <a:ext cx="465652" cy="329966"/>
          </a:xfrm>
          <a:prstGeom prst="rect">
            <a:avLst/>
          </a:prstGeom>
        </p:spPr>
      </p:pic>
      <p:sp>
        <p:nvSpPr>
          <p:cNvPr id="24" name="portfolio">
            <a:extLst>
              <a:ext uri="{FF2B5EF4-FFF2-40B4-BE49-F238E27FC236}">
                <a16:creationId xmlns:a16="http://schemas.microsoft.com/office/drawing/2014/main" id="{FFBDDD03-EEA1-4CCC-A349-EE122BF1E443}"/>
              </a:ext>
            </a:extLst>
          </p:cNvPr>
          <p:cNvSpPr txBox="1"/>
          <p:nvPr userDrawn="1"/>
        </p:nvSpPr>
        <p:spPr>
          <a:xfrm>
            <a:off x="3448947" y="1784198"/>
            <a:ext cx="5277086" cy="948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5500" b="1"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EAB9A2C-B614-4594-8740-BA770543F2A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6534651" y="6272244"/>
            <a:ext cx="447420" cy="9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48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1706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4510168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092559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1" y="2617296"/>
            <a:ext cx="972679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4400" b="1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2ADB577-5B0E-34D3-54E2-7E84CAA42CD6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portfolio">
            <a:extLst>
              <a:ext uri="{FF2B5EF4-FFF2-40B4-BE49-F238E27FC236}">
                <a16:creationId xmlns:a16="http://schemas.microsoft.com/office/drawing/2014/main" id="{A68430AA-64CF-A443-EB8D-27E0B8D72FE8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3297172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184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1"/>
            <a:ext cx="10501191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9791532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10501191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1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3870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09189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>
                <a:latin typeface="Arial" panose="020B0604020202020204" pitchFamily="34" charset="0"/>
              </a:rPr>
              <a:t>STICKER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3"/>
            </p:custDataLst>
          </p:nvPr>
        </p:nvSpPr>
        <p:spPr bwMode="gray">
          <a:xfrm>
            <a:off x="554736" y="1022441"/>
            <a:ext cx="10501191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554735" y="6501669"/>
            <a:ext cx="7277861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 userDrawn="1">
            <p:ph type="body" sz="quarter" idx="10" hasCustomPrompt="1"/>
            <p:custDataLst>
              <p:tags r:id="rId5"/>
            </p:custDataLst>
          </p:nvPr>
        </p:nvSpPr>
        <p:spPr bwMode="gray"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 bwMode="gray">
          <a:xfrm>
            <a:off x="554736" y="172212"/>
            <a:ext cx="10501191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b="1"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77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35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 b="1"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6974538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6950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 b="1"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5700611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3244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90746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65036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 b="1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5982314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8476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2671065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384981"/>
            <a:ext cx="2514600" cy="112882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0410983-EB85-3005-6EF8-C2F4D4D5C8CF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portfolio">
            <a:extLst>
              <a:ext uri="{FF2B5EF4-FFF2-40B4-BE49-F238E27FC236}">
                <a16:creationId xmlns:a16="http://schemas.microsoft.com/office/drawing/2014/main" id="{A4C26F65-1A74-576A-52C6-7CF2CC630FB2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2732059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916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6" y="6501669"/>
            <a:ext cx="3695532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1FB326A-788E-9FA4-7DB3-A816B4AA0E88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portfolio">
            <a:extLst>
              <a:ext uri="{FF2B5EF4-FFF2-40B4-BE49-F238E27FC236}">
                <a16:creationId xmlns:a16="http://schemas.microsoft.com/office/drawing/2014/main" id="{6D2CAABE-14D8-A613-23E3-714E3F68D7FC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2702829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129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5065776" cy="384721"/>
          </a:xfrm>
        </p:spPr>
        <p:txBody>
          <a:bodyPr vert="horz">
            <a:spAutoFit/>
          </a:bodyPr>
          <a:lstStyle>
            <a:lvl1pPr rtl="0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637721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69"/>
            <a:ext cx="5448132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A239303-66CA-B963-E5C2-B32434C06D4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portfolio">
            <a:extLst>
              <a:ext uri="{FF2B5EF4-FFF2-40B4-BE49-F238E27FC236}">
                <a16:creationId xmlns:a16="http://schemas.microsoft.com/office/drawing/2014/main" id="{5E183C5F-FB16-4494-4D09-15087F9360A6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4214268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612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384721"/>
          </a:xfrm>
        </p:spPr>
        <p:txBody>
          <a:bodyPr vert="horz">
            <a:spAutoFit/>
          </a:bodyPr>
          <a:lstStyle>
            <a:lvl1pPr rtl="0"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637721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7CF13C-0D56-E8DD-88BB-ED4681C05A82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portfolio">
            <a:extLst>
              <a:ext uri="{FF2B5EF4-FFF2-40B4-BE49-F238E27FC236}">
                <a16:creationId xmlns:a16="http://schemas.microsoft.com/office/drawing/2014/main" id="{8304312C-28D1-645E-9F6B-D8820511CE98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27770867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94122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7918704" cy="384721"/>
          </a:xfrm>
        </p:spPr>
        <p:txBody>
          <a:bodyPr vert="horz">
            <a:spAutoFit/>
          </a:bodyPr>
          <a:lstStyle>
            <a:lvl1pPr rtl="0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637721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noProof="0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2F6E6A-C719-1121-9CAB-7FE565875E61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portfolio">
            <a:extLst>
              <a:ext uri="{FF2B5EF4-FFF2-40B4-BE49-F238E27FC236}">
                <a16:creationId xmlns:a16="http://schemas.microsoft.com/office/drawing/2014/main" id="{C95A1D94-48C9-D98A-3CA8-C00B1473417B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19234208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0366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172212"/>
            <a:ext cx="10491955" cy="1154162"/>
          </a:xfrm>
        </p:spPr>
        <p:txBody>
          <a:bodyPr vert="horz" wrap="square">
            <a:spAutoFit/>
          </a:bodyPr>
          <a:lstStyle>
            <a:lvl1pPr rtl="0">
              <a:defRPr b="1"/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>
                <a:latin typeface="Arial" panose="020B0604020202020204" pitchFamily="34" charset="0"/>
              </a:rPr>
              <a:t>STICKER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11876A1-A09C-0E75-11A2-61641E53CB4B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portfolio">
            <a:extLst>
              <a:ext uri="{FF2B5EF4-FFF2-40B4-BE49-F238E27FC236}">
                <a16:creationId xmlns:a16="http://schemas.microsoft.com/office/drawing/2014/main" id="{0D35AF1D-1CA3-7ECF-D771-D9A63E65ABEF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16254751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498F0D2-AC47-11E2-F32C-5E8296DB318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portfolio">
            <a:extLst>
              <a:ext uri="{FF2B5EF4-FFF2-40B4-BE49-F238E27FC236}">
                <a16:creationId xmlns:a16="http://schemas.microsoft.com/office/drawing/2014/main" id="{40FDDD53-1142-76E4-F8B9-7E9DD73DBA41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24119244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 blanco - 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232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5157335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893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</a:rPr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7F457-6247-44D4-BE3C-66B191EB78D5}"/>
              </a:ext>
            </a:extLst>
          </p:cNvPr>
          <p:cNvSpPr txBox="1"/>
          <p:nvPr userDrawn="1"/>
        </p:nvSpPr>
        <p:spPr>
          <a:xfrm>
            <a:off x="4064000" y="2367171"/>
            <a:ext cx="4064000" cy="2123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 rtl="0"/>
            <a:r>
              <a:rPr lang="en-US" sz="13800" spc="-20" baseline="0">
                <a:latin typeface="Arial" panose="020B060402020202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667814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184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1"/>
            <a:ext cx="10501191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9791532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0501191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57EC2-2DDB-27A3-243A-50080C823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514142"/>
            <a:ext cx="10225088" cy="123111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214521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26" Type="http://schemas.openxmlformats.org/officeDocument/2006/relationships/tags" Target="../tags/tag10.xml"/><Relationship Id="rId39" Type="http://schemas.openxmlformats.org/officeDocument/2006/relationships/image" Target="../media/image2.png"/><Relationship Id="rId21" Type="http://schemas.openxmlformats.org/officeDocument/2006/relationships/tags" Target="../tags/tag5.xml"/><Relationship Id="rId34" Type="http://schemas.openxmlformats.org/officeDocument/2006/relationships/tags" Target="../tags/tag18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tags" Target="../tags/tag9.xml"/><Relationship Id="rId33" Type="http://schemas.openxmlformats.org/officeDocument/2006/relationships/tags" Target="../tags/tag17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4.xml"/><Relationship Id="rId29" Type="http://schemas.openxmlformats.org/officeDocument/2006/relationships/tags" Target="../tags/tag1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8.xml"/><Relationship Id="rId32" Type="http://schemas.openxmlformats.org/officeDocument/2006/relationships/tags" Target="../tags/tag16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7.xml"/><Relationship Id="rId28" Type="http://schemas.openxmlformats.org/officeDocument/2006/relationships/tags" Target="../tags/tag12.xml"/><Relationship Id="rId36" Type="http://schemas.openxmlformats.org/officeDocument/2006/relationships/tags" Target="../tags/tag20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31" Type="http://schemas.openxmlformats.org/officeDocument/2006/relationships/tags" Target="../tags/tag1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6.xml"/><Relationship Id="rId27" Type="http://schemas.openxmlformats.org/officeDocument/2006/relationships/tags" Target="../tags/tag11.xml"/><Relationship Id="rId30" Type="http://schemas.openxmlformats.org/officeDocument/2006/relationships/tags" Target="../tags/tag14.xml"/><Relationship Id="rId35" Type="http://schemas.openxmlformats.org/officeDocument/2006/relationships/tags" Target="../tags/tag19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tags" Target="../tags/tag91.xml"/><Relationship Id="rId39" Type="http://schemas.openxmlformats.org/officeDocument/2006/relationships/tags" Target="../tags/tag104.xml"/><Relationship Id="rId21" Type="http://schemas.openxmlformats.org/officeDocument/2006/relationships/tags" Target="../tags/tag86.xml"/><Relationship Id="rId34" Type="http://schemas.openxmlformats.org/officeDocument/2006/relationships/tags" Target="../tags/tag9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tags" Target="../tags/tag85.xml"/><Relationship Id="rId29" Type="http://schemas.openxmlformats.org/officeDocument/2006/relationships/tags" Target="../tags/tag94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tags" Target="../tags/tag89.xml"/><Relationship Id="rId32" Type="http://schemas.openxmlformats.org/officeDocument/2006/relationships/tags" Target="../tags/tag97.xml"/><Relationship Id="rId37" Type="http://schemas.openxmlformats.org/officeDocument/2006/relationships/tags" Target="../tags/tag102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tags" Target="../tags/tag88.xml"/><Relationship Id="rId28" Type="http://schemas.openxmlformats.org/officeDocument/2006/relationships/tags" Target="../tags/tag93.xml"/><Relationship Id="rId36" Type="http://schemas.openxmlformats.org/officeDocument/2006/relationships/tags" Target="../tags/tag101.xml"/><Relationship Id="rId10" Type="http://schemas.openxmlformats.org/officeDocument/2006/relationships/slideLayout" Target="../slideLayouts/slideLayout26.xml"/><Relationship Id="rId19" Type="http://schemas.openxmlformats.org/officeDocument/2006/relationships/theme" Target="../theme/theme2.xml"/><Relationship Id="rId31" Type="http://schemas.openxmlformats.org/officeDocument/2006/relationships/tags" Target="../tags/tag9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tags" Target="../tags/tag87.xml"/><Relationship Id="rId27" Type="http://schemas.openxmlformats.org/officeDocument/2006/relationships/tags" Target="../tags/tag92.xml"/><Relationship Id="rId30" Type="http://schemas.openxmlformats.org/officeDocument/2006/relationships/tags" Target="../tags/tag95.xml"/><Relationship Id="rId35" Type="http://schemas.openxmlformats.org/officeDocument/2006/relationships/tags" Target="../tags/tag100.xml"/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tags" Target="../tags/tag90.xml"/><Relationship Id="rId33" Type="http://schemas.openxmlformats.org/officeDocument/2006/relationships/tags" Target="../tags/tag98.xml"/><Relationship Id="rId38" Type="http://schemas.openxmlformats.org/officeDocument/2006/relationships/tags" Target="../tags/tag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946852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7" y="172212"/>
            <a:ext cx="1046987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Above Chart Exhibit Title</a:t>
            </a:r>
          </a:p>
          <a:p>
            <a:pPr lvl="0"/>
            <a:r>
              <a:rPr lang="en-US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8B9D67DE-8A78-75E3-A2F0-5C3D4268B295}"/>
              </a:ext>
            </a:extLst>
          </p:cNvPr>
          <p:cNvGrpSpPr/>
          <p:nvPr userDrawn="1"/>
        </p:nvGrpSpPr>
        <p:grpSpPr>
          <a:xfrm>
            <a:off x="10317304" y="3355023"/>
            <a:ext cx="1319960" cy="958286"/>
            <a:chOff x="10162879" y="3243772"/>
            <a:chExt cx="131996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1815C4C1-0555-4D03-809D-AD294DDF847A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EB14A30C-CAEB-3E4A-55BC-BA60D567F589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6861EF19-E65D-F0A1-F4B8-575F7DB025B1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7FF4AFFB-9547-7BD8-B5BB-549101A5A43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2E2B22F9-DA5E-69BA-AF0F-F843E610D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D6546B83-B7C5-9AAC-0EFD-A16B29759E2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4F9AFE58-805E-598C-BED4-820A5D83133D}"/>
              </a:ext>
            </a:extLst>
          </p:cNvPr>
          <p:cNvGrpSpPr/>
          <p:nvPr userDrawn="1"/>
        </p:nvGrpSpPr>
        <p:grpSpPr>
          <a:xfrm>
            <a:off x="10688315" y="1415983"/>
            <a:ext cx="948949" cy="1731859"/>
            <a:chOff x="7723680" y="1702457"/>
            <a:chExt cx="94894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0E2B5C85-7661-5962-BBEB-E667AA6BA8B9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F0A7D95A-EDF4-B336-E045-545E7CD0FBCC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AC2FF911-55DD-8E96-4E9C-7D0827CEACD6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18739268-E554-1CD1-38A0-CD6F2FC0CC46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28ABD776-9CDD-E80F-99CA-B64A67516425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B2BE1954-684F-978D-7A8C-3CCAA404E91F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C62686AF-1436-0173-97B1-84E1DA44F488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F4B3E7C9-A63D-F58B-1C06-BDDE92AD0291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358F4A1A-7128-86E9-CD4F-21A98C5DF3E6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CB3F669B-6F1D-86E9-25CB-5164763192C6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34F620A3-FD02-6997-1D75-FDD1C440B617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6F76D523-3F7E-0992-9DFD-858E6797C1E6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4A8AFFC7-B52D-D7AC-5FA6-DA0E52A8B99E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39DCA7B8-28BF-7FA7-1DC0-EF4838AC565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2794A4E2-DE40-1317-8AFA-D7EA54F30F71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4CD6348F-A699-3095-52C7-3450DB41AC72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E1770A7C-F6B0-E483-55D4-4AE6C710AF4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A1D98B2C-A4C5-CB51-42A8-2B98BD787E4A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F0C738D3-2697-9660-B6FE-CBF1CEF8B088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CE1E3FA3-DD41-9637-50DF-D326DC744E3C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1E79EDA0-422A-511C-4695-7A4856D3D318}"/>
              </a:ext>
            </a:extLst>
          </p:cNvPr>
          <p:cNvGrpSpPr/>
          <p:nvPr userDrawn="1"/>
        </p:nvGrpSpPr>
        <p:grpSpPr>
          <a:xfrm>
            <a:off x="10714801" y="4520490"/>
            <a:ext cx="922463" cy="1717282"/>
            <a:chOff x="10652400" y="4322824"/>
            <a:chExt cx="92246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D8666519-5C32-77E5-C599-42074886B78B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86DF5F9B-401C-3575-2295-45F65CEBC907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6C8580F2-AFEA-6900-EE0D-1EC0851FEE6D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C5AE20AF-9726-9D39-3F3D-3B9B0688DF6E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9C673DDF-6957-D222-F2D5-D672D21A4020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2B583D84-5105-8320-2F6F-B531E53E71C6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24B73900-AC89-44B2-6BF7-8C5D349F4A8D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F3F5504D-58A3-FB19-7854-7BD905CC5397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53CB20FF-7BEC-178D-CCDF-4A9F3A224B3E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B453618B-274E-C16C-200E-A44F0375AE6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0565166-B007-7D21-A2A8-623632E997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95112" y="6642100"/>
            <a:ext cx="10302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alibri"/>
              </a:defRPr>
            </a:pPr>
            <a:r>
              <a:rPr dirty="0"/>
              <a:t>Orange </a:t>
            </a:r>
            <a:r>
              <a:rPr lang="es-ES"/>
              <a:t>España</a:t>
            </a:r>
            <a:endParaRPr dirty="0"/>
          </a:p>
        </p:txBody>
      </p:sp>
      <p:pic>
        <p:nvPicPr>
          <p:cNvPr id="46" name="CoverLogo" descr="image.png">
            <a:extLst>
              <a:ext uri="{FF2B5EF4-FFF2-40B4-BE49-F238E27FC236}">
                <a16:creationId xmlns:a16="http://schemas.microsoft.com/office/drawing/2014/main" id="{65733663-2AD1-93ED-002A-8E5D4D5D811B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11243016" y="82295"/>
            <a:ext cx="438913" cy="4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99" r:id="rId2"/>
    <p:sldLayoutId id="2147483654" r:id="rId3"/>
    <p:sldLayoutId id="2147483897" r:id="rId4"/>
    <p:sldLayoutId id="2147483807" r:id="rId5"/>
    <p:sldLayoutId id="2147483800" r:id="rId6"/>
    <p:sldLayoutId id="2147483659" r:id="rId7"/>
    <p:sldLayoutId id="2147483804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706" r:id="rId15"/>
    <p:sldLayoutId id="2147483718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lang="en-US" sz="1600" i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600" i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 userDrawn="1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946852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7" y="172212"/>
            <a:ext cx="10486210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b="0">
                <a:latin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59498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>
                <a:latin typeface="Arial" panose="020B0604020202020204" pitchFamily="34" charset="0"/>
              </a:rPr>
              <a:t>STICKER</a:t>
            </a:r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8B9D67DE-8A78-75E3-A2F0-5C3D4268B295}"/>
              </a:ext>
            </a:extLst>
          </p:cNvPr>
          <p:cNvGrpSpPr/>
          <p:nvPr userDrawn="1"/>
        </p:nvGrpSpPr>
        <p:grpSpPr>
          <a:xfrm>
            <a:off x="10317304" y="3355023"/>
            <a:ext cx="1319960" cy="958286"/>
            <a:chOff x="10162879" y="3243772"/>
            <a:chExt cx="131996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1815C4C1-0555-4D03-809D-AD294DDF847A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EB14A30C-CAEB-3E4A-55BC-BA60D567F589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6861EF19-E65D-F0A1-F4B8-575F7DB025B1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7FF4AFFB-9547-7BD8-B5BB-549101A5A43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2E2B22F9-DA5E-69BA-AF0F-F843E610D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D6546B83-B7C5-9AAC-0EFD-A16B29759E2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Arial" panose="020B0604020202020204" pitchFamily="34" charset="0"/>
                <a:ea typeface="+mn-ea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4F9AFE58-805E-598C-BED4-820A5D83133D}"/>
              </a:ext>
            </a:extLst>
          </p:cNvPr>
          <p:cNvGrpSpPr/>
          <p:nvPr userDrawn="1"/>
        </p:nvGrpSpPr>
        <p:grpSpPr>
          <a:xfrm>
            <a:off x="10688315" y="1415983"/>
            <a:ext cx="948949" cy="1731859"/>
            <a:chOff x="7723680" y="1702457"/>
            <a:chExt cx="94894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0E2B5C85-7661-5962-BBEB-E667AA6BA8B9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F0A7D95A-EDF4-B336-E045-545E7CD0FBCC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AC2FF911-55DD-8E96-4E9C-7D0827CEACD6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18739268-E554-1CD1-38A0-CD6F2FC0CC46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28ABD776-9CDD-E80F-99CA-B64A67516425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B2BE1954-684F-978D-7A8C-3CCAA404E91F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C62686AF-1436-0173-97B1-84E1DA44F488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F4B3E7C9-A63D-F58B-1C06-BDDE92AD029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358F4A1A-7128-86E9-CD4F-21A98C5DF3E6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CB3F669B-6F1D-86E9-25CB-5164763192C6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34F620A3-FD02-6997-1D75-FDD1C440B61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6F76D523-3F7E-0992-9DFD-858E6797C1E6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4A8AFFC7-B52D-D7AC-5FA6-DA0E52A8B99E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39DCA7B8-28BF-7FA7-1DC0-EF4838AC565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2794A4E2-DE40-1317-8AFA-D7EA54F30F71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4CD6348F-A699-3095-52C7-3450DB41AC72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E1770A7C-F6B0-E483-55D4-4AE6C710AF44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A1D98B2C-A4C5-CB51-42A8-2B98BD787E4A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F0C738D3-2697-9660-B6FE-CBF1CEF8B08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CE1E3FA3-DD41-9637-50DF-D326DC744E3C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1E79EDA0-422A-511C-4695-7A4856D3D318}"/>
              </a:ext>
            </a:extLst>
          </p:cNvPr>
          <p:cNvGrpSpPr/>
          <p:nvPr userDrawn="1"/>
        </p:nvGrpSpPr>
        <p:grpSpPr>
          <a:xfrm>
            <a:off x="10714801" y="4520490"/>
            <a:ext cx="922463" cy="1717282"/>
            <a:chOff x="10652400" y="4322824"/>
            <a:chExt cx="92246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D8666519-5C32-77E5-C599-42074886B78B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86DF5F9B-401C-3575-2295-45F65CEBC907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6C8580F2-AFEA-6900-EE0D-1EC0851FEE6D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C5AE20AF-9726-9D39-3F3D-3B9B0688DF6E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9C673DDF-6957-D222-F2D5-D672D21A4020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2B583D84-5105-8320-2F6F-B531E53E71C6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24B73900-AC89-44B2-6BF7-8C5D349F4A8D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F3F5504D-58A3-FB19-7854-7BD905CC5397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53CB20FF-7BEC-178D-CCDF-4A9F3A224B3E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B453618B-274E-C16C-200E-A44F0375AE6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</a:rPr>
                <a:t>Legend</a:t>
              </a:r>
            </a:p>
          </p:txBody>
        </p:sp>
      </p:grpSp>
      <p:sp>
        <p:nvSpPr>
          <p:cNvPr id="46" name="Slide Number">
            <a:extLst>
              <a:ext uri="{FF2B5EF4-FFF2-40B4-BE49-F238E27FC236}">
                <a16:creationId xmlns:a16="http://schemas.microsoft.com/office/drawing/2014/main" id="{DEA5C78C-7976-DDEA-B4EA-F441801DE5C4}"/>
              </a:ext>
            </a:extLst>
          </p:cNvPr>
          <p:cNvSpPr>
            <a:spLocks noChangeArrowheads="1"/>
          </p:cNvSpPr>
          <p:nvPr userDrawn="1">
            <p:custDataLst>
              <p:tags r:id="rId24"/>
            </p:custDataLst>
          </p:nvPr>
        </p:nvSpPr>
        <p:spPr bwMode="black">
          <a:xfrm>
            <a:off x="11312525" y="6417270"/>
            <a:ext cx="325501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2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1200" b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portfolio">
            <a:extLst>
              <a:ext uri="{FF2B5EF4-FFF2-40B4-BE49-F238E27FC236}">
                <a16:creationId xmlns:a16="http://schemas.microsoft.com/office/drawing/2014/main" id="{6D0AFCB0-18D0-6625-4FA8-4D09B6D30DEE}"/>
              </a:ext>
            </a:extLst>
          </p:cNvPr>
          <p:cNvSpPr txBox="1"/>
          <p:nvPr userDrawn="1"/>
        </p:nvSpPr>
        <p:spPr>
          <a:xfrm>
            <a:off x="505324" y="6359494"/>
            <a:ext cx="1232710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es-ES" sz="1200" b="1">
                <a:solidFill>
                  <a:schemeClr val="tx1"/>
                </a:solidFill>
                <a:latin typeface="Arial" panose="020B0604020202020204" pitchFamily="34" charset="0"/>
                <a:cs typeface="Helvetica" panose="020B0604020202020204" pitchFamily="34" charset="0"/>
              </a:rPr>
              <a:t>Orange España</a:t>
            </a:r>
          </a:p>
        </p:txBody>
      </p:sp>
    </p:spTree>
    <p:extLst>
      <p:ext uri="{BB962C8B-B14F-4D97-AF65-F5344CB8AC3E}">
        <p14:creationId xmlns:p14="http://schemas.microsoft.com/office/powerpoint/2010/main" val="46671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  <p:sldLayoutId id="2147483918" r:id="rId18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-20" baseline="0" dirty="0">
          <a:ln w="6350" cap="flat">
            <a:noFill/>
            <a:miter lim="800000"/>
          </a:ln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spc="-20" baseline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lang="en-US" sz="1600" i="0" kern="1200" spc="-20" baseline="0" dirty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600" i="0" kern="1200" spc="-20" baseline="0" dirty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600" kern="1200" spc="-20" baseline="0" dirty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600" kern="1200" spc="-20" baseline="0" dirty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213.xml"/><Relationship Id="rId7" Type="http://schemas.openxmlformats.org/officeDocument/2006/relationships/slideLayout" Target="../slideLayouts/slideLayout17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image" Target="../media/image2.png"/><Relationship Id="rId5" Type="http://schemas.openxmlformats.org/officeDocument/2006/relationships/tags" Target="../tags/tag215.xml"/><Relationship Id="rId10" Type="http://schemas.openxmlformats.org/officeDocument/2006/relationships/image" Target="../media/image3.emf"/><Relationship Id="rId4" Type="http://schemas.openxmlformats.org/officeDocument/2006/relationships/tags" Target="../tags/tag214.xml"/><Relationship Id="rId9" Type="http://schemas.openxmlformats.org/officeDocument/2006/relationships/oleObject" Target="../embeddings/oleObject18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B0E17E90-3C4E-4F37-9FA4-FC779C25087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B0E17E90-3C4E-4F37-9FA4-FC779C250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EB9340E2-D95A-4545-81E1-3AD07AB3A01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E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Documenttype">
            <a:extLst>
              <a:ext uri="{FF2B5EF4-FFF2-40B4-BE49-F238E27FC236}">
                <a16:creationId xmlns:a16="http://schemas.microsoft.com/office/drawing/2014/main" id="{11D06D31-577C-468F-A315-4B1A48E07A2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s-ES" noProof="0"/>
              <a:t>Customer &amp; Service Operations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D165D28-4E2C-4E35-98E6-6B5023BBA057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s-ES" noProof="0"/>
              <a:t>2026 - Week 39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06FD97B-691F-4513-92F7-37A1FAC29B8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rmAutofit/>
          </a:bodyPr>
          <a:lstStyle/>
          <a:p>
            <a:r>
              <a:rPr lang="es-ES" noProof="0"/>
              <a:t>REPORTE INCIDENCIAS IT + RED</a:t>
            </a:r>
          </a:p>
        </p:txBody>
      </p:sp>
      <p:pic>
        <p:nvPicPr>
          <p:cNvPr id="7" name="Cover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0432" y="1828800"/>
            <a:ext cx="868680" cy="8686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638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7B7A-A165-3E31-9010-084A43B8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F7EDCE9-0BD1-90C8-C484-FCBD5497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Incidencias RED  (&gt; 5000 CLIENTES)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646A662-CF68-0430-73E2-B6F19B342BC6}"/>
              </a:ext>
            </a:extLst>
          </p:cNvPr>
          <p:cNvGrpSpPr/>
          <p:nvPr/>
        </p:nvGrpSpPr>
        <p:grpSpPr>
          <a:xfrm>
            <a:off x="487046" y="815370"/>
            <a:ext cx="11217907" cy="1958601"/>
            <a:chOff x="385099" y="1938730"/>
            <a:chExt cx="11217907" cy="1958601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53D2647E-EB3D-62CA-623E-3FA4E69B7325}"/>
                </a:ext>
              </a:extLst>
            </p:cNvPr>
            <p:cNvGrpSpPr/>
            <p:nvPr/>
          </p:nvGrpSpPr>
          <p:grpSpPr>
            <a:xfrm>
              <a:off x="385099" y="1938730"/>
              <a:ext cx="11217907" cy="1958601"/>
              <a:chOff x="303325" y="767651"/>
              <a:chExt cx="11217907" cy="1958601"/>
            </a:xfrm>
          </p:grpSpPr>
          <p:sp>
            <p:nvSpPr>
              <p:cNvPr id="25" name="Subtitle 33">
                <a:extLst>
                  <a:ext uri="{FF2B5EF4-FFF2-40B4-BE49-F238E27FC236}">
                    <a16:creationId xmlns:a16="http://schemas.microsoft.com/office/drawing/2014/main" id="{A07B0A3C-7A0C-3BDB-919D-841801077F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476" y="767651"/>
                <a:ext cx="4399266" cy="443198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defPPr>
                  <a:defRPr lang="en-US"/>
                </a:defPPr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rgbClr val="86868E"/>
                    </a:solidFill>
                    <a:latin typeface="Arial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000000"/>
                    </a:solidFill>
                    <a:latin typeface="Arial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000000"/>
                    </a:solidFill>
                    <a:latin typeface="Arial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>
                    <a:solidFill>
                      <a:srgbClr val="FF7800"/>
                    </a:solidFill>
                    <a:latin typeface="Arial"/>
                    <a:cs typeface="Arial"/>
                  </a:rPr>
                  <a:t>Pérdida de servicio FTTH en localidades de la provincia de JAÉN</a:t>
                </a:r>
                <a:endParaRPr lang="es-ES" sz="1600" noProof="0">
                  <a:solidFill>
                    <a:srgbClr val="FF78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C815D471-D412-E7C0-FDB5-BE64101D0DE3}"/>
                  </a:ext>
                </a:extLst>
              </p:cNvPr>
              <p:cNvGrpSpPr/>
              <p:nvPr/>
            </p:nvGrpSpPr>
            <p:grpSpPr>
              <a:xfrm>
                <a:off x="5112307" y="800418"/>
                <a:ext cx="6384782" cy="415539"/>
                <a:chOff x="5431099" y="1261140"/>
                <a:chExt cx="6384782" cy="415539"/>
              </a:xfrm>
            </p:grpSpPr>
            <p:sp>
              <p:nvSpPr>
                <p:cNvPr id="36" name="TextBox 11">
                  <a:extLst>
                    <a:ext uri="{FF2B5EF4-FFF2-40B4-BE49-F238E27FC236}">
                      <a16:creationId xmlns:a16="http://schemas.microsoft.com/office/drawing/2014/main" id="{234A7F90-C5F1-1867-EDCF-7E0B6ABE2A04}"/>
                    </a:ext>
                  </a:extLst>
                </p:cNvPr>
                <p:cNvSpPr txBox="1"/>
                <p:nvPr/>
              </p:nvSpPr>
              <p:spPr>
                <a:xfrm>
                  <a:off x="5431099" y="1287090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ID</a:t>
                  </a:r>
                </a:p>
              </p:txBody>
            </p:sp>
            <p:sp>
              <p:nvSpPr>
                <p:cNvPr id="37" name="TextBox 13">
                  <a:extLst>
                    <a:ext uri="{FF2B5EF4-FFF2-40B4-BE49-F238E27FC236}">
                      <a16:creationId xmlns:a16="http://schemas.microsoft.com/office/drawing/2014/main" id="{C0317D33-B7E0-C0B0-5FFC-14662DAC73D5}"/>
                    </a:ext>
                  </a:extLst>
                </p:cNvPr>
                <p:cNvSpPr txBox="1"/>
                <p:nvPr/>
              </p:nvSpPr>
              <p:spPr>
                <a:xfrm>
                  <a:off x="10158698" y="1261140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Duración</a:t>
                  </a:r>
                </a:p>
              </p:txBody>
            </p:sp>
            <p:sp>
              <p:nvSpPr>
                <p:cNvPr id="38" name="TextBox 14">
                  <a:extLst>
                    <a:ext uri="{FF2B5EF4-FFF2-40B4-BE49-F238E27FC236}">
                      <a16:creationId xmlns:a16="http://schemas.microsoft.com/office/drawing/2014/main" id="{2EDC5169-8B37-71D5-0577-9C6A7FD2817F}"/>
                    </a:ext>
                  </a:extLst>
                </p:cNvPr>
                <p:cNvSpPr txBox="1"/>
                <p:nvPr/>
              </p:nvSpPr>
              <p:spPr>
                <a:xfrm>
                  <a:off x="8496194" y="1287089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Fecha  </a:t>
                  </a:r>
                </a:p>
              </p:txBody>
            </p:sp>
            <p:sp>
              <p:nvSpPr>
                <p:cNvPr id="39" name="TextBox 18">
                  <a:extLst>
                    <a:ext uri="{FF2B5EF4-FFF2-40B4-BE49-F238E27FC236}">
                      <a16:creationId xmlns:a16="http://schemas.microsoft.com/office/drawing/2014/main" id="{C99B5BDC-3734-BB7F-5450-0ACEF616B250}"/>
                    </a:ext>
                  </a:extLst>
                </p:cNvPr>
                <p:cNvSpPr txBox="1"/>
                <p:nvPr/>
              </p:nvSpPr>
              <p:spPr>
                <a:xfrm>
                  <a:off x="8487051" y="1507402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>
                      <a:latin typeface="Arial"/>
                      <a:cs typeface="Arial"/>
                    </a:rPr>
                    <a:t>21/09/2026 11:26</a:t>
                  </a:r>
                </a:p>
              </p:txBody>
            </p:sp>
            <p:sp>
              <p:nvSpPr>
                <p:cNvPr id="40" name="TextBox 4">
                  <a:extLst>
                    <a:ext uri="{FF2B5EF4-FFF2-40B4-BE49-F238E27FC236}">
                      <a16:creationId xmlns:a16="http://schemas.microsoft.com/office/drawing/2014/main" id="{401975C2-E24C-BF49-7C03-CB965B088656}"/>
                    </a:ext>
                  </a:extLst>
                </p:cNvPr>
                <p:cNvSpPr txBox="1"/>
                <p:nvPr/>
              </p:nvSpPr>
              <p:spPr>
                <a:xfrm>
                  <a:off x="10168858" y="1503816"/>
                  <a:ext cx="1647023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>
                      <a:latin typeface="Arial"/>
                      <a:cs typeface="Arial"/>
                    </a:rPr>
                    <a:t>0h 22m</a:t>
                  </a:r>
                  <a:endParaRPr lang="es-ES" sz="1100" noProof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2FC88FE8-2682-AE57-C3E2-C66F2D3177EB}"/>
                  </a:ext>
                </a:extLst>
              </p:cNvPr>
              <p:cNvGrpSpPr/>
              <p:nvPr/>
            </p:nvGrpSpPr>
            <p:grpSpPr>
              <a:xfrm>
                <a:off x="303325" y="1438089"/>
                <a:ext cx="11217907" cy="1288163"/>
                <a:chOff x="461163" y="3270351"/>
                <a:chExt cx="11217907" cy="1288163"/>
              </a:xfrm>
            </p:grpSpPr>
            <p:cxnSp>
              <p:nvCxnSpPr>
                <p:cNvPr id="28" name="LineSeparatorDefault 23">
                  <a:extLst>
                    <a:ext uri="{FF2B5EF4-FFF2-40B4-BE49-F238E27FC236}">
                      <a16:creationId xmlns:a16="http://schemas.microsoft.com/office/drawing/2014/main" id="{42868389-8A2A-E29E-DD2F-4347256F04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163" y="4558514"/>
                  <a:ext cx="11082528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FF7800"/>
                  </a:solidFill>
                  <a:prstDash val="solid"/>
                  <a:miter lim="800000"/>
                  <a:headEnd type="none"/>
                  <a:tailEnd type="non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LineSeparatorDefault 23">
                  <a:extLst>
                    <a:ext uri="{FF2B5EF4-FFF2-40B4-BE49-F238E27FC236}">
                      <a16:creationId xmlns:a16="http://schemas.microsoft.com/office/drawing/2014/main" id="{1436C4B0-B715-4706-52DC-CD2426F567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341" y="3515257"/>
                  <a:ext cx="11082528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rgbClr val="7F7F7F"/>
                  </a:solidFill>
                  <a:prstDash val="solid"/>
                  <a:miter lim="800000"/>
                  <a:headEnd type="none"/>
                  <a:tailEnd type="non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11">
                  <a:extLst>
                    <a:ext uri="{FF2B5EF4-FFF2-40B4-BE49-F238E27FC236}">
                      <a16:creationId xmlns:a16="http://schemas.microsoft.com/office/drawing/2014/main" id="{E9E88968-F161-F647-C6C2-D30D7B4915C5}"/>
                    </a:ext>
                  </a:extLst>
                </p:cNvPr>
                <p:cNvSpPr txBox="1"/>
                <p:nvPr/>
              </p:nvSpPr>
              <p:spPr>
                <a:xfrm>
                  <a:off x="488341" y="327035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Impacto</a:t>
                  </a:r>
                </a:p>
              </p:txBody>
            </p:sp>
            <p:sp>
              <p:nvSpPr>
                <p:cNvPr id="31" name="TextBox 12">
                  <a:extLst>
                    <a:ext uri="{FF2B5EF4-FFF2-40B4-BE49-F238E27FC236}">
                      <a16:creationId xmlns:a16="http://schemas.microsoft.com/office/drawing/2014/main" id="{E7134186-4187-7B58-364E-F51F2CBB0D0C}"/>
                    </a:ext>
                  </a:extLst>
                </p:cNvPr>
                <p:cNvSpPr txBox="1"/>
                <p:nvPr/>
              </p:nvSpPr>
              <p:spPr>
                <a:xfrm>
                  <a:off x="7410202" y="329981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Solución </a:t>
                  </a:r>
                </a:p>
              </p:txBody>
            </p:sp>
            <p:sp>
              <p:nvSpPr>
                <p:cNvPr id="32" name="TextBox 13">
                  <a:extLst>
                    <a:ext uri="{FF2B5EF4-FFF2-40B4-BE49-F238E27FC236}">
                      <a16:creationId xmlns:a16="http://schemas.microsoft.com/office/drawing/2014/main" id="{CFBF67FF-0592-4500-2242-B68A4E237D00}"/>
                    </a:ext>
                  </a:extLst>
                </p:cNvPr>
                <p:cNvSpPr txBox="1"/>
                <p:nvPr/>
              </p:nvSpPr>
              <p:spPr>
                <a:xfrm>
                  <a:off x="3707609" y="327533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Causa</a:t>
                  </a:r>
                </a:p>
              </p:txBody>
            </p:sp>
            <p:sp>
              <p:nvSpPr>
                <p:cNvPr id="33" name="TextBox 16">
                  <a:extLst>
                    <a:ext uri="{FF2B5EF4-FFF2-40B4-BE49-F238E27FC236}">
                      <a16:creationId xmlns:a16="http://schemas.microsoft.com/office/drawing/2014/main" id="{14981411-AD8B-C832-6276-9E07132D36A0}"/>
                    </a:ext>
                  </a:extLst>
                </p:cNvPr>
                <p:cNvSpPr txBox="1"/>
                <p:nvPr/>
              </p:nvSpPr>
              <p:spPr>
                <a:xfrm>
                  <a:off x="461163" y="3574183"/>
                  <a:ext cx="3034369" cy="661720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Clientes de FTTH: 32,3K</a:t>
                  </a:r>
                </a:p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TTs MM/KRT: 20</a:t>
                  </a:r>
                </a:p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TTs OSP/JZZ: 25</a:t>
                  </a:r>
                </a:p>
              </p:txBody>
            </p:sp>
            <p:sp>
              <p:nvSpPr>
                <p:cNvPr id="34" name="TextBox 16">
                  <a:extLst>
                    <a:ext uri="{FF2B5EF4-FFF2-40B4-BE49-F238E27FC236}">
                      <a16:creationId xmlns:a16="http://schemas.microsoft.com/office/drawing/2014/main" id="{87F1DA14-685D-FD78-5BC5-311DE83FA955}"/>
                    </a:ext>
                  </a:extLst>
                </p:cNvPr>
                <p:cNvSpPr txBox="1"/>
                <p:nvPr/>
              </p:nvSpPr>
              <p:spPr>
                <a:xfrm>
                  <a:off x="3662284" y="3582893"/>
                  <a:ext cx="3454485" cy="846386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rgbClr val="FF7800"/>
                    </a:buClr>
                  </a:pPr>
                  <a:r>
                    <a:rPr lang="es-ES" sz="1100" noProof="0">
                      <a:solidFill>
                        <a:srgbClr val="000000"/>
                      </a:solidFill>
                      <a:cs typeface="Arial"/>
                    </a:rPr>
                    <a:t>Doble corte en circuitos de transmisión de TESA. Nos indican que tenían un corte de planta externa entre Jaén y Andújar y mientras se estaba solucionando, se produjo otro corte en el tramo entre Baza y Mancha Real.</a:t>
                  </a:r>
                </a:p>
              </p:txBody>
            </p:sp>
            <p:sp>
              <p:nvSpPr>
                <p:cNvPr id="35" name="TextBox 16">
                  <a:extLst>
                    <a:ext uri="{FF2B5EF4-FFF2-40B4-BE49-F238E27FC236}">
                      <a16:creationId xmlns:a16="http://schemas.microsoft.com/office/drawing/2014/main" id="{9D1824E1-0E19-353B-2A7C-C2B91E3F9633}"/>
                    </a:ext>
                  </a:extLst>
                </p:cNvPr>
                <p:cNvSpPr txBox="1"/>
                <p:nvPr/>
              </p:nvSpPr>
              <p:spPr>
                <a:xfrm>
                  <a:off x="7410202" y="3591886"/>
                  <a:ext cx="4268867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>
                      <a:cs typeface="Arial"/>
                    </a:rPr>
                    <a:t>Servicio recuperado tras fusión de fibras por parte de TESA</a:t>
                  </a:r>
                  <a:endParaRPr lang="es-ES" sz="1100" noProof="0">
                    <a:solidFill>
                      <a:srgbClr val="000000"/>
                    </a:solidFill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7D63853C-5F42-A46E-9BD6-65B546730049}"/>
                </a:ext>
              </a:extLst>
            </p:cNvPr>
            <p:cNvSpPr txBox="1"/>
            <p:nvPr/>
          </p:nvSpPr>
          <p:spPr>
            <a:xfrm>
              <a:off x="5194081" y="2185294"/>
              <a:ext cx="2395231" cy="1692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1pPr>
              <a:lvl2pPr marL="228600" lvl="1" indent="-2254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2pPr>
              <a:lvl3pPr marL="515938" lvl="2" indent="-2873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3pPr>
              <a:lvl4pPr marL="742950" lvl="3" indent="-1825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4pPr>
              <a:lvl5pPr marL="914400" lvl="4" indent="-1365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ES" sz="1100" noProof="0">
                  <a:ea typeface="Arial"/>
                  <a:cs typeface="Arial"/>
                </a:rPr>
                <a:t>2609B65271</a:t>
              </a:r>
              <a:endParaRPr lang="es-ES" noProof="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DA98FAD-7B16-C633-6445-F5B87C7C3198}"/>
              </a:ext>
            </a:extLst>
          </p:cNvPr>
          <p:cNvGrpSpPr/>
          <p:nvPr/>
        </p:nvGrpSpPr>
        <p:grpSpPr>
          <a:xfrm>
            <a:off x="487046" y="3047708"/>
            <a:ext cx="11217907" cy="2574297"/>
            <a:chOff x="385099" y="2359354"/>
            <a:chExt cx="11217907" cy="2574297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8911EC6C-7FED-B27A-C90B-528026DE790F}"/>
                </a:ext>
              </a:extLst>
            </p:cNvPr>
            <p:cNvGrpSpPr/>
            <p:nvPr/>
          </p:nvGrpSpPr>
          <p:grpSpPr>
            <a:xfrm>
              <a:off x="385099" y="2359354"/>
              <a:ext cx="11217907" cy="2574297"/>
              <a:chOff x="303325" y="1188275"/>
              <a:chExt cx="11217907" cy="2574297"/>
            </a:xfrm>
          </p:grpSpPr>
          <p:sp>
            <p:nvSpPr>
              <p:cNvPr id="7" name="Subtitle 33">
                <a:extLst>
                  <a:ext uri="{FF2B5EF4-FFF2-40B4-BE49-F238E27FC236}">
                    <a16:creationId xmlns:a16="http://schemas.microsoft.com/office/drawing/2014/main" id="{8DE41E7F-359E-5981-2B25-035CF909E7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476" y="1188275"/>
                <a:ext cx="4399266" cy="443198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defPPr>
                  <a:defRPr lang="en-US"/>
                </a:defPPr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rgbClr val="86868E"/>
                    </a:solidFill>
                    <a:latin typeface="Arial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000000"/>
                    </a:solidFill>
                    <a:latin typeface="Arial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000000"/>
                    </a:solidFill>
                    <a:latin typeface="Arial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000000"/>
                    </a:solidFill>
                    <a:latin typeface="Arial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>
                    <a:solidFill>
                      <a:srgbClr val="FF7800"/>
                    </a:solidFill>
                    <a:latin typeface="Arial"/>
                    <a:cs typeface="Arial"/>
                  </a:rPr>
                  <a:t>Pérdida de servicio móvil y FTTH en localidades de la provincia de MÁLAGA</a:t>
                </a:r>
                <a:endParaRPr lang="es-ES" sz="1600" noProof="0">
                  <a:solidFill>
                    <a:srgbClr val="FF78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54FFD67B-9C04-A555-0D5A-480A1D36357E}"/>
                  </a:ext>
                </a:extLst>
              </p:cNvPr>
              <p:cNvGrpSpPr/>
              <p:nvPr/>
            </p:nvGrpSpPr>
            <p:grpSpPr>
              <a:xfrm>
                <a:off x="5112307" y="1221042"/>
                <a:ext cx="6384782" cy="658174"/>
                <a:chOff x="5431099" y="1681764"/>
                <a:chExt cx="6384782" cy="658174"/>
              </a:xfrm>
            </p:grpSpPr>
            <p:sp>
              <p:nvSpPr>
                <p:cNvPr id="18" name="TextBox 11">
                  <a:extLst>
                    <a:ext uri="{FF2B5EF4-FFF2-40B4-BE49-F238E27FC236}">
                      <a16:creationId xmlns:a16="http://schemas.microsoft.com/office/drawing/2014/main" id="{7E36F8BE-D735-0913-19A6-9BF6597126CF}"/>
                    </a:ext>
                  </a:extLst>
                </p:cNvPr>
                <p:cNvSpPr txBox="1"/>
                <p:nvPr/>
              </p:nvSpPr>
              <p:spPr>
                <a:xfrm>
                  <a:off x="5431099" y="1707714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ID</a:t>
                  </a:r>
                </a:p>
              </p:txBody>
            </p:sp>
            <p:sp>
              <p:nvSpPr>
                <p:cNvPr id="19" name="TextBox 13">
                  <a:extLst>
                    <a:ext uri="{FF2B5EF4-FFF2-40B4-BE49-F238E27FC236}">
                      <a16:creationId xmlns:a16="http://schemas.microsoft.com/office/drawing/2014/main" id="{2916BB1D-5466-D7DF-056F-E9BF22EEA8D4}"/>
                    </a:ext>
                  </a:extLst>
                </p:cNvPr>
                <p:cNvSpPr txBox="1"/>
                <p:nvPr/>
              </p:nvSpPr>
              <p:spPr>
                <a:xfrm>
                  <a:off x="10158698" y="1681764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Duración</a:t>
                  </a:r>
                </a:p>
              </p:txBody>
            </p:sp>
            <p:sp>
              <p:nvSpPr>
                <p:cNvPr id="20" name="TextBox 14">
                  <a:extLst>
                    <a:ext uri="{FF2B5EF4-FFF2-40B4-BE49-F238E27FC236}">
                      <a16:creationId xmlns:a16="http://schemas.microsoft.com/office/drawing/2014/main" id="{7B67866D-8859-D69A-DBD3-EC3B3B8DC895}"/>
                    </a:ext>
                  </a:extLst>
                </p:cNvPr>
                <p:cNvSpPr txBox="1"/>
                <p:nvPr/>
              </p:nvSpPr>
              <p:spPr>
                <a:xfrm>
                  <a:off x="8496194" y="1707713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Fecha  </a:t>
                  </a:r>
                </a:p>
              </p:txBody>
            </p:sp>
            <p:sp>
              <p:nvSpPr>
                <p:cNvPr id="21" name="TextBox 18">
                  <a:extLst>
                    <a:ext uri="{FF2B5EF4-FFF2-40B4-BE49-F238E27FC236}">
                      <a16:creationId xmlns:a16="http://schemas.microsoft.com/office/drawing/2014/main" id="{98036DC8-A4EC-5653-7E80-8F4E451DBD6C}"/>
                    </a:ext>
                  </a:extLst>
                </p:cNvPr>
                <p:cNvSpPr txBox="1"/>
                <p:nvPr/>
              </p:nvSpPr>
              <p:spPr>
                <a:xfrm>
                  <a:off x="8487051" y="1928026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>
                      <a:latin typeface="Arial"/>
                      <a:cs typeface="Arial"/>
                    </a:rPr>
                    <a:t>24/09/2026 10:46</a:t>
                  </a:r>
                </a:p>
              </p:txBody>
            </p:sp>
            <p:sp>
              <p:nvSpPr>
                <p:cNvPr id="22" name="TextBox 4">
                  <a:extLst>
                    <a:ext uri="{FF2B5EF4-FFF2-40B4-BE49-F238E27FC236}">
                      <a16:creationId xmlns:a16="http://schemas.microsoft.com/office/drawing/2014/main" id="{DA7500FF-896D-2CDD-E682-6D053E34E309}"/>
                    </a:ext>
                  </a:extLst>
                </p:cNvPr>
                <p:cNvSpPr txBox="1"/>
                <p:nvPr/>
              </p:nvSpPr>
              <p:spPr>
                <a:xfrm>
                  <a:off x="10168858" y="1924440"/>
                  <a:ext cx="1647023" cy="41549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>
                      <a:latin typeface="Arial"/>
                      <a:cs typeface="Arial"/>
                    </a:rPr>
                    <a:t>4h 12m</a:t>
                  </a:r>
                </a:p>
                <a:p>
                  <a:endParaRPr lang="es-ES" sz="1100" noProof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EF0EB33A-866E-4499-31E5-A05F7224D5E3}"/>
                  </a:ext>
                </a:extLst>
              </p:cNvPr>
              <p:cNvGrpSpPr/>
              <p:nvPr/>
            </p:nvGrpSpPr>
            <p:grpSpPr>
              <a:xfrm>
                <a:off x="303325" y="1864809"/>
                <a:ext cx="11217907" cy="1897763"/>
                <a:chOff x="461163" y="3697071"/>
                <a:chExt cx="11217907" cy="1897763"/>
              </a:xfrm>
            </p:grpSpPr>
            <p:cxnSp>
              <p:nvCxnSpPr>
                <p:cNvPr id="10" name="LineSeparatorDefault 23">
                  <a:extLst>
                    <a:ext uri="{FF2B5EF4-FFF2-40B4-BE49-F238E27FC236}">
                      <a16:creationId xmlns:a16="http://schemas.microsoft.com/office/drawing/2014/main" id="{2BACC77E-6544-7800-C629-BEA1C100E1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163" y="5594834"/>
                  <a:ext cx="11082528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FF7800"/>
                  </a:solidFill>
                  <a:prstDash val="solid"/>
                  <a:miter lim="800000"/>
                  <a:headEnd type="none"/>
                  <a:tailEnd type="non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LineSeparatorDefault 23">
                  <a:extLst>
                    <a:ext uri="{FF2B5EF4-FFF2-40B4-BE49-F238E27FC236}">
                      <a16:creationId xmlns:a16="http://schemas.microsoft.com/office/drawing/2014/main" id="{0C547541-D51C-0476-70C1-84154057EC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341" y="3941977"/>
                  <a:ext cx="11082528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rgbClr val="7F7F7F"/>
                  </a:solidFill>
                  <a:prstDash val="solid"/>
                  <a:miter lim="800000"/>
                  <a:headEnd type="none"/>
                  <a:tailEnd type="non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6BCE6AA-7901-8122-3C20-15D5AB155837}"/>
                    </a:ext>
                  </a:extLst>
                </p:cNvPr>
                <p:cNvSpPr txBox="1"/>
                <p:nvPr/>
              </p:nvSpPr>
              <p:spPr>
                <a:xfrm>
                  <a:off x="488341" y="369707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Impacto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AFDC5D8-A2DF-FBF8-ED86-18BFBA301F1F}"/>
                    </a:ext>
                  </a:extLst>
                </p:cNvPr>
                <p:cNvSpPr txBox="1"/>
                <p:nvPr/>
              </p:nvSpPr>
              <p:spPr>
                <a:xfrm>
                  <a:off x="7410202" y="372653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Solución 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808373E-DCDC-EA88-1737-A95C371CB94A}"/>
                    </a:ext>
                  </a:extLst>
                </p:cNvPr>
                <p:cNvSpPr txBox="1"/>
                <p:nvPr/>
              </p:nvSpPr>
              <p:spPr>
                <a:xfrm>
                  <a:off x="3707609" y="370205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/>
                    <a:t>Causa</a:t>
                  </a:r>
                </a:p>
              </p:txBody>
            </p:sp>
            <p:sp>
              <p:nvSpPr>
                <p:cNvPr id="15" name="TextBox 16">
                  <a:extLst>
                    <a:ext uri="{FF2B5EF4-FFF2-40B4-BE49-F238E27FC236}">
                      <a16:creationId xmlns:a16="http://schemas.microsoft.com/office/drawing/2014/main" id="{73D58DE6-D29E-FFB2-BE89-3BF4AFE1630F}"/>
                    </a:ext>
                  </a:extLst>
                </p:cNvPr>
                <p:cNvSpPr txBox="1"/>
                <p:nvPr/>
              </p:nvSpPr>
              <p:spPr>
                <a:xfrm>
                  <a:off x="461163" y="4000903"/>
                  <a:ext cx="3034369" cy="1569660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Clientes de FTTH: 19,5K</a:t>
                  </a:r>
                </a:p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11K clientes de móvil (68 nodos)</a:t>
                  </a:r>
                </a:p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Impacto B2B: 23 GGCC (Bankinter, Mapfre, Moeve, Inditex...)</a:t>
                  </a:r>
                </a:p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TTs MM/KRT: 520</a:t>
                  </a:r>
                </a:p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TTs OSP/JZZ: 890</a:t>
                  </a:r>
                </a:p>
                <a:p>
                  <a:pPr marL="171450" indent="-171450"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>
                      <a:latin typeface="Arial"/>
                      <a:cs typeface="Arial"/>
                    </a:rPr>
                    <a:t>Llamadas/Consultas brújula: 378</a:t>
                  </a:r>
                </a:p>
              </p:txBody>
            </p:sp>
            <p:sp>
              <p:nvSpPr>
                <p:cNvPr id="16" name="TextBox 16">
                  <a:extLst>
                    <a:ext uri="{FF2B5EF4-FFF2-40B4-BE49-F238E27FC236}">
                      <a16:creationId xmlns:a16="http://schemas.microsoft.com/office/drawing/2014/main" id="{0E0F3765-2E57-F917-BBE9-D7BBE8B16386}"/>
                    </a:ext>
                  </a:extLst>
                </p:cNvPr>
                <p:cNvSpPr txBox="1"/>
                <p:nvPr/>
              </p:nvSpPr>
              <p:spPr>
                <a:xfrm>
                  <a:off x="3662284" y="4009613"/>
                  <a:ext cx="3454485" cy="677108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rgbClr val="FF7800"/>
                    </a:buClr>
                  </a:pPr>
                  <a:r>
                    <a:rPr lang="es-ES" sz="1100" noProof="0">
                      <a:solidFill>
                        <a:srgbClr val="000000"/>
                      </a:solidFill>
                      <a:cs typeface="Arial"/>
                    </a:rPr>
                    <a:t>Doble corte de transmisión de TESA. Tras la recuperación de nuestros servicios a las 14:58 TESA continúa trabajando en las fusiones de fibras, provocando tres flapeos a lo largo de la tarde.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0A445B2-EE7C-5208-7D6A-5FA7EB6AA808}"/>
                    </a:ext>
                  </a:extLst>
                </p:cNvPr>
                <p:cNvSpPr txBox="1"/>
                <p:nvPr/>
              </p:nvSpPr>
              <p:spPr>
                <a:xfrm>
                  <a:off x="7410202" y="4018606"/>
                  <a:ext cx="4268867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rgbClr val="000000"/>
                      </a:solidFill>
                      <a:latin typeface="Arial"/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>
                      <a:cs typeface="Arial"/>
                    </a:rPr>
                    <a:t>Servicio recuperado tras fusión de fibras por parte de TESA</a:t>
                  </a:r>
                  <a:endParaRPr lang="es-ES" sz="1100" noProof="0">
                    <a:solidFill>
                      <a:srgbClr val="000000"/>
                    </a:solidFill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28ED99DF-73A2-8DD1-47E4-C777D727A3B8}"/>
                </a:ext>
              </a:extLst>
            </p:cNvPr>
            <p:cNvSpPr txBox="1"/>
            <p:nvPr/>
          </p:nvSpPr>
          <p:spPr>
            <a:xfrm>
              <a:off x="5194081" y="2605918"/>
              <a:ext cx="2395231" cy="1692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1pPr>
              <a:lvl2pPr marL="228600" lvl="1" indent="-2254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2pPr>
              <a:lvl3pPr marL="515938" lvl="2" indent="-2873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3pPr>
              <a:lvl4pPr marL="742950" lvl="3" indent="-1825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4pPr>
              <a:lvl5pPr marL="914400" lvl="4" indent="-1365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rgbClr val="000000"/>
                  </a:solidFill>
                  <a:latin typeface="Arial"/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ES" sz="1100" noProof="0">
                  <a:ea typeface="Arial"/>
                  <a:cs typeface="Arial"/>
                </a:rPr>
                <a:t>2609C83423</a:t>
              </a:r>
              <a:endParaRPr lang="es-ES" noProof="0"/>
            </a:p>
          </p:txBody>
        </p:sp>
      </p:grpSp>
      <p:pic>
        <p:nvPicPr>
          <p:cNvPr id="42" name="Imagen 41">
            <a:extLst>
              <a:ext uri="{FF2B5EF4-FFF2-40B4-BE49-F238E27FC236}">
                <a16:creationId xmlns:a16="http://schemas.microsoft.com/office/drawing/2014/main" id="{446EC647-593F-8CF8-E700-187132CF1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466" y="148419"/>
            <a:ext cx="644547" cy="64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404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PRESENTATIONDONOTDELETE" val="&lt;?xml version=&quot;1.0&quot; encoding=&quot;UTF-16&quot; standalone=&quot;yes&quot;?&gt;&lt;root reqver=&quot;25060&quot;&gt;&lt;version val=&quot;2809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SCLIENT" val="True"/>
  <p:tag name="TCCONTRASTACCENTS" val="4|5|6|7|8|9"/>
  <p:tag name="TCLIGHTACCENTS" val="4|5|6|7|8|9"/>
  <p:tag name="TEMPLATELASTEDITED" val="2024-03-15 08:24 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YPE" val="TitleWhi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r8WAgv0cG5g7IkN2Knt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heme/theme1.xml><?xml version="1.0" encoding="utf-8"?>
<a:theme xmlns:a="http://schemas.openxmlformats.org/drawingml/2006/main" name="White">
  <a:themeElements>
    <a:clrScheme name="Custom 47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7800"/>
      </a:accent1>
      <a:accent2>
        <a:srgbClr val="0F1820"/>
      </a:accent2>
      <a:accent3>
        <a:srgbClr val="FEC999"/>
      </a:accent3>
      <a:accent4>
        <a:srgbClr val="86868E"/>
      </a:accent4>
      <a:accent5>
        <a:srgbClr val="FFE000"/>
      </a:accent5>
      <a:accent6>
        <a:srgbClr val="DEDDE0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FF7800"/>
        </a:accent1>
        <a:accent2>
          <a:srgbClr val="FFC999"/>
        </a:accent2>
        <a:accent3>
          <a:srgbClr val="0F1820"/>
        </a:accent3>
        <a:accent4>
          <a:srgbClr val="86868E"/>
        </a:accent4>
        <a:accent5>
          <a:srgbClr val="FFE000"/>
        </a:accent5>
        <a:accent6>
          <a:srgbClr val="DEDDE0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MAS Orange Template (estándar).potx" id="{8496BD44-D4F2-40FD-AB01-C73144FB9CAE}" vid="{2AD528B6-E396-4F1B-930A-D6B19F502407}"/>
    </a:ext>
  </a:extLst>
</a:theme>
</file>

<file path=ppt/theme/theme2.xml><?xml version="1.0" encoding="utf-8"?>
<a:theme xmlns:a="http://schemas.openxmlformats.org/drawingml/2006/main" name="White Version - Preferred version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7900"/>
      </a:accent1>
      <a:accent2>
        <a:srgbClr val="000000"/>
      </a:accent2>
      <a:accent3>
        <a:srgbClr val="FFC999"/>
      </a:accent3>
      <a:accent4>
        <a:srgbClr val="86868E"/>
      </a:accent4>
      <a:accent5>
        <a:srgbClr val="FFE000"/>
      </a:accent5>
      <a:accent6>
        <a:srgbClr val="DEDDE0"/>
      </a:accent6>
      <a:hlink>
        <a:srgbClr val="0000FF"/>
      </a:hlink>
      <a:folHlink>
        <a:srgbClr val="800080"/>
      </a:folHlink>
    </a:clrScheme>
    <a:fontScheme name="OrangeESP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FF7800"/>
        </a:accent1>
        <a:accent2>
          <a:srgbClr val="FFC999"/>
        </a:accent2>
        <a:accent3>
          <a:srgbClr val="0F1820"/>
        </a:accent3>
        <a:accent4>
          <a:srgbClr val="86868E"/>
        </a:accent4>
        <a:accent5>
          <a:srgbClr val="FFE000"/>
        </a:accent5>
        <a:accent6>
          <a:srgbClr val="DEDDE0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MAS Orange Template (estándar).potx" id="{8496BD44-D4F2-40FD-AB01-C73144FB9CAE}" vid="{2AD528B6-E396-4F1B-930A-D6B19F502407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4A23B680462074A8AF7656793D3EC46" ma:contentTypeVersion="12" ma:contentTypeDescription="Crear nuevo documento." ma:contentTypeScope="" ma:versionID="d3b1eca52acc997fd2590238e7cb6d42">
  <xsd:schema xmlns:xsd="http://www.w3.org/2001/XMLSchema" xmlns:xs="http://www.w3.org/2001/XMLSchema" xmlns:p="http://schemas.microsoft.com/office/2006/metadata/properties" xmlns:ns2="911617a9-2ec9-4645-852f-0245fbed96d5" xmlns:ns3="af684b11-0207-48b9-9ad1-06801cc72a76" targetNamespace="http://schemas.microsoft.com/office/2006/metadata/properties" ma:root="true" ma:fieldsID="657966323f8b06294eee69941ca2e88d" ns2:_="" ns3:_="">
    <xsd:import namespace="911617a9-2ec9-4645-852f-0245fbed96d5"/>
    <xsd:import namespace="af684b11-0207-48b9-9ad1-06801cc72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617a9-2ec9-4645-852f-0245fbed9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52d251f3-6dd8-4e2b-acb2-1f157d5dc5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4b11-0207-48b9-9ad1-06801cc72a7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0a7fc3ad-60b5-492e-8db9-fd43bbb8a6b2}" ma:internalName="TaxCatchAll" ma:showField="CatchAllData" ma:web="af684b11-0207-48b9-9ad1-06801cc72a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1617a9-2ec9-4645-852f-0245fbed96d5">
      <Terms xmlns="http://schemas.microsoft.com/office/infopath/2007/PartnerControls"/>
    </lcf76f155ced4ddcb4097134ff3c332f>
    <TaxCatchAll xmlns="af684b11-0207-48b9-9ad1-06801cc72a76" xsi:nil="true"/>
  </documentManagement>
</p:properties>
</file>

<file path=customXml/itemProps1.xml><?xml version="1.0" encoding="utf-8"?>
<ds:datastoreItem xmlns:ds="http://schemas.openxmlformats.org/officeDocument/2006/customXml" ds:itemID="{304FC2FF-8C18-446C-A66B-1977A3690EEF}">
  <ds:schemaRefs>
    <ds:schemaRef ds:uri="911617a9-2ec9-4645-852f-0245fbed96d5"/>
    <ds:schemaRef ds:uri="af684b11-0207-48b9-9ad1-06801cc72a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3BDD5B-8D08-4F85-A0AE-FAA105D1B4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AE8117-67ED-4B4E-B31E-080853EFE73D}">
  <ds:schemaRefs>
    <ds:schemaRef ds:uri="911617a9-2ec9-4645-852f-0245fbed96d5"/>
    <ds:schemaRef ds:uri="af684b11-0207-48b9-9ad1-06801cc72a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b4c039f-23e2-40b6-aac0-78be1568b6cc}" enabled="1" method="Standard" siteId="{c10a36d8-2981-4b7b-9b89-2ef59365493a}" removed="0"/>
  <clbl:label id="{90c7a20a-f34b-40bf-bc48-b9253b6f5d20}" enabled="0" method="" siteId="{90c7a20a-f34b-40bf-bc48-b9253b6f5d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240315 MAS Orange Template (estándar)</Template>
  <TotalTime>2</TotalTime>
  <Words>225</Words>
  <Application>Microsoft Office PowerPoint</Application>
  <PresentationFormat>Panorámica</PresentationFormat>
  <Paragraphs>39</Paragraphs>
  <Slides>2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Arial,Sans-Serif</vt:lpstr>
      <vt:lpstr>Segoe UI</vt:lpstr>
      <vt:lpstr>Helvetica 75 Bold</vt:lpstr>
      <vt:lpstr>Arial</vt:lpstr>
      <vt:lpstr>Wingdings</vt:lpstr>
      <vt:lpstr>White</vt:lpstr>
      <vt:lpstr>White Version - Preferred version</vt:lpstr>
      <vt:lpstr>think-cell Slide</vt:lpstr>
      <vt:lpstr>REPORTE INCIDENCIAS IT + RED</vt:lpstr>
      <vt:lpstr>Incidencias RED  (&gt; 5000 CLIENTES)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(Arial 36 pt, bold bottom-aligned)</dc:title>
  <dc:subject/>
  <dc:creator>Jaime Huete Ormaechea</dc:creator>
  <cp:keywords/>
  <dc:description/>
  <cp:lastModifiedBy>JOSE FRANCISCO DE LA FUENTE TOLEDANO</cp:lastModifiedBy>
  <cp:revision>4</cp:revision>
  <dcterms:created xsi:type="dcterms:W3CDTF">2024-03-18T15:33:16Z</dcterms:created>
  <dcterms:modified xsi:type="dcterms:W3CDTF">2026-10-21T13:13:06Z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LastEdited">
    <vt:lpwstr>2024-03-15 08:24 </vt:lpwstr>
  </property>
  <property fmtid="{D5CDD505-2E9C-101B-9397-08002B2CF9AE}" pid="3" name="ContentTypeId">
    <vt:lpwstr>0x01010014A23B680462074A8AF7656793D3EC46</vt:lpwstr>
  </property>
  <property fmtid="{D5CDD505-2E9C-101B-9397-08002B2CF9AE}" pid="4" name="MediaServiceImageTags">
    <vt:lpwstr/>
  </property>
  <property fmtid="{D5CDD505-2E9C-101B-9397-08002B2CF9AE}" pid="5" name="MSIP_Label_07222825-62ea-40f3-96b5-5375c07996e2_Enabled">
    <vt:lpwstr>true</vt:lpwstr>
  </property>
  <property fmtid="{D5CDD505-2E9C-101B-9397-08002B2CF9AE}" pid="6" name="MSIP_Label_07222825-62ea-40f3-96b5-5375c07996e2_SetDate">
    <vt:lpwstr>2024-06-18T08:44:22Z</vt:lpwstr>
  </property>
  <property fmtid="{D5CDD505-2E9C-101B-9397-08002B2CF9AE}" pid="7" name="MSIP_Label_07222825-62ea-40f3-96b5-5375c07996e2_Method">
    <vt:lpwstr>Privileged</vt:lpwstr>
  </property>
  <property fmtid="{D5CDD505-2E9C-101B-9397-08002B2CF9AE}" pid="8" name="MSIP_Label_07222825-62ea-40f3-96b5-5375c07996e2_Name">
    <vt:lpwstr>unrestricted_parent.2</vt:lpwstr>
  </property>
  <property fmtid="{D5CDD505-2E9C-101B-9397-08002B2CF9AE}" pid="9" name="MSIP_Label_07222825-62ea-40f3-96b5-5375c07996e2_SiteId">
    <vt:lpwstr>90c7a20a-f34b-40bf-bc48-b9253b6f5d20</vt:lpwstr>
  </property>
  <property fmtid="{D5CDD505-2E9C-101B-9397-08002B2CF9AE}" pid="10" name="MSIP_Label_07222825-62ea-40f3-96b5-5375c07996e2_ActionId">
    <vt:lpwstr>e1d3e3c1-f507-40ff-b1e8-6e897b067d76</vt:lpwstr>
  </property>
  <property fmtid="{D5CDD505-2E9C-101B-9397-08002B2CF9AE}" pid="11" name="MSIP_Label_07222825-62ea-40f3-96b5-5375c07996e2_ContentBits">
    <vt:lpwstr>0</vt:lpwstr>
  </property>
  <property fmtid="{D5CDD505-2E9C-101B-9397-08002B2CF9AE}" pid="12" name="ClassificationContentMarkingFooterLocations">
    <vt:lpwstr>White:47</vt:lpwstr>
  </property>
  <property fmtid="{D5CDD505-2E9C-101B-9397-08002B2CF9AE}" pid="13" name="ClassificationContentMarkingFooterText">
    <vt:lpwstr>MasOrange Interna</vt:lpwstr>
  </property>
</Properties>
</file>