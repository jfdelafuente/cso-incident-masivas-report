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5" r:id="rId4"/>
    <p:sldMasterId id="2147483877" r:id="rId5"/>
    <p:sldMasterId id="2147483889" r:id="rId6"/>
  </p:sldMasterIdLst>
  <p:notesMasterIdLst>
    <p:notesMasterId r:id="rId10"/>
  </p:notesMasterIdLst>
  <p:sldIdLst>
    <p:sldId id="2147481267" r:id="rId7"/>
    <p:sldId id="2147481269" r:id="rId8"/>
    <p:sldId id="2147481268"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6" userDrawn="1">
          <p15:clr>
            <a:srgbClr val="A4A3A4"/>
          </p15:clr>
        </p15:guide>
        <p15:guide id="2" pos="299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ta Escalera Gonzalez" initials="MEG" lastIdx="5" clrIdx="0">
    <p:extLst>
      <p:ext uri="{19B8F6BF-5375-455C-9EA6-DF929625EA0E}">
        <p15:presenceInfo xmlns:p15="http://schemas.microsoft.com/office/powerpoint/2012/main" userId="S::marta.escalera@MasMovil.com::e81892ad-1cd7-4512-8d39-d90df6035a4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000000"/>
    <a:srgbClr val="C00000"/>
    <a:srgbClr val="F2F2F2"/>
    <a:srgbClr val="0000CC"/>
    <a:srgbClr val="FFE600"/>
    <a:srgbClr val="0000FF"/>
    <a:srgbClr val="000099"/>
    <a:srgbClr val="E78519"/>
    <a:srgbClr val="1E68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8A79A-C16D-41F8-A9DA-1BC00881ECFB}" v="39" dt="2026-06-11T18:37:48.032"/>
    <p1510:client id="{5774C26D-9AC6-CB35-42E9-3AFD5CB0246E}" v="298" dt="2026-06-12T07:46:13.542"/>
    <p1510:client id="{7E8E3BCD-F450-231E-381B-488F5B961E80}" v="23" dt="2026-06-12T07:43:37.254"/>
    <p1510:client id="{9310671C-0D77-A0F3-AD1F-EA47ECE60318}" v="30" dt="2026-06-12T07:45:05.733"/>
  </p1510:revLst>
</p1510:revInfo>
</file>

<file path=ppt/tableStyles.xml><?xml version="1.0" encoding="utf-8"?>
<a:tblStyleLst xmlns:a="http://schemas.openxmlformats.org/drawingml/2006/main" def="{5C22544A-7EE6-4342-B048-85BDC9FD1C3A}">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416"/>
        <p:guide pos="2993"/>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6D3DBB-51D1-4D95-9898-943857922C38}" type="datetimeFigureOut">
              <a:rPr lang="en-US" smtClean="0"/>
              <a:t>10/6/2026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95D76D-47C1-440D-8895-6AE86D935810}" type="slidenum">
              <a:rPr lang="en-US" smtClean="0"/>
              <a:t>‹#›</a:t>
            </a:fld>
            <a:endParaRPr lang="en-US"/>
          </a:p>
        </p:txBody>
      </p:sp>
    </p:spTree>
    <p:extLst>
      <p:ext uri="{BB962C8B-B14F-4D97-AF65-F5344CB8AC3E}">
        <p14:creationId xmlns:p14="http://schemas.microsoft.com/office/powerpoint/2010/main" val="4114888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3F95D76D-47C1-440D-8895-6AE86D935810}" type="slidenum">
              <a:rPr lang="en-US" smtClean="0"/>
              <a:t>1</a:t>
            </a:fld>
            <a:endParaRPr lang="en-US"/>
          </a:p>
        </p:txBody>
      </p:sp>
    </p:spTree>
    <p:extLst>
      <p:ext uri="{BB962C8B-B14F-4D97-AF65-F5344CB8AC3E}">
        <p14:creationId xmlns:p14="http://schemas.microsoft.com/office/powerpoint/2010/main" val="1325007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69DF3-D1ED-E8D8-4EFC-A131969D3D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4A2BA7-6258-8459-6925-AD447EC63E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6DF4FA-BD25-E3EA-E98B-F4BEA8C7445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AF046C0-A63C-24E7-722F-E4816A9AB4AB}"/>
              </a:ext>
            </a:extLst>
          </p:cNvPr>
          <p:cNvSpPr>
            <a:spLocks noGrp="1"/>
          </p:cNvSpPr>
          <p:nvPr>
            <p:ph type="sldNum" sz="quarter" idx="5"/>
          </p:nvPr>
        </p:nvSpPr>
        <p:spPr/>
        <p:txBody>
          <a:bodyPr/>
          <a:lstStyle/>
          <a:p>
            <a:fld id="{3F95D76D-47C1-440D-8895-6AE86D935810}" type="slidenum">
              <a:rPr lang="en-US" smtClean="0"/>
              <a:t>2</a:t>
            </a:fld>
            <a:endParaRPr lang="en-US"/>
          </a:p>
        </p:txBody>
      </p:sp>
    </p:spTree>
    <p:extLst>
      <p:ext uri="{BB962C8B-B14F-4D97-AF65-F5344CB8AC3E}">
        <p14:creationId xmlns:p14="http://schemas.microsoft.com/office/powerpoint/2010/main" val="3387972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D1DBD-C78A-6A00-F3D1-743A3627C2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FEB8F0-ECEE-EC11-195D-D2D6B3D0EC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CFD082F-647A-DCF7-681A-C21AC973138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669659F-0A47-E23F-474E-7FC6C396C0BA}"/>
              </a:ext>
            </a:extLst>
          </p:cNvPr>
          <p:cNvSpPr>
            <a:spLocks noGrp="1"/>
          </p:cNvSpPr>
          <p:nvPr>
            <p:ph type="sldNum" sz="quarter" idx="5"/>
          </p:nvPr>
        </p:nvSpPr>
        <p:spPr/>
        <p:txBody>
          <a:bodyPr/>
          <a:lstStyle/>
          <a:p>
            <a:fld id="{3F95D76D-47C1-440D-8895-6AE86D935810}" type="slidenum">
              <a:rPr lang="en-US" smtClean="0"/>
              <a:t>3</a:t>
            </a:fld>
            <a:endParaRPr lang="en-US"/>
          </a:p>
        </p:txBody>
      </p:sp>
    </p:spTree>
    <p:extLst>
      <p:ext uri="{BB962C8B-B14F-4D97-AF65-F5344CB8AC3E}">
        <p14:creationId xmlns:p14="http://schemas.microsoft.com/office/powerpoint/2010/main" val="300979802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image" Target="../media/image8.emf"/><Relationship Id="rId18" Type="http://schemas.openxmlformats.org/officeDocument/2006/relationships/image" Target="../media/image13.emf"/><Relationship Id="rId3" Type="http://schemas.openxmlformats.org/officeDocument/2006/relationships/tags" Target="../tags/tag23.xml"/><Relationship Id="rId21" Type="http://schemas.openxmlformats.org/officeDocument/2006/relationships/image" Target="../media/image16.png"/><Relationship Id="rId7" Type="http://schemas.openxmlformats.org/officeDocument/2006/relationships/oleObject" Target="../embeddings/oleObject2.bin"/><Relationship Id="rId12" Type="http://schemas.openxmlformats.org/officeDocument/2006/relationships/image" Target="../media/image7.emf"/><Relationship Id="rId17" Type="http://schemas.openxmlformats.org/officeDocument/2006/relationships/image" Target="../media/image12.png"/><Relationship Id="rId25" Type="http://schemas.openxmlformats.org/officeDocument/2006/relationships/image" Target="../media/image2.png"/><Relationship Id="rId2" Type="http://schemas.openxmlformats.org/officeDocument/2006/relationships/tags" Target="../tags/tag22.xml"/><Relationship Id="rId16" Type="http://schemas.openxmlformats.org/officeDocument/2006/relationships/image" Target="../media/image11.emf"/><Relationship Id="rId20" Type="http://schemas.openxmlformats.org/officeDocument/2006/relationships/image" Target="../media/image15.png"/><Relationship Id="rId1" Type="http://schemas.openxmlformats.org/officeDocument/2006/relationships/tags" Target="../tags/tag21.xml"/><Relationship Id="rId6" Type="http://schemas.openxmlformats.org/officeDocument/2006/relationships/slideMaster" Target="../slideMasters/slideMaster1.xml"/><Relationship Id="rId11" Type="http://schemas.openxmlformats.org/officeDocument/2006/relationships/image" Target="../media/image6.emf"/><Relationship Id="rId24" Type="http://schemas.openxmlformats.org/officeDocument/2006/relationships/image" Target="../media/image19.jpeg"/><Relationship Id="rId5" Type="http://schemas.openxmlformats.org/officeDocument/2006/relationships/tags" Target="../tags/tag25.xml"/><Relationship Id="rId15" Type="http://schemas.openxmlformats.org/officeDocument/2006/relationships/image" Target="../media/image10.emf"/><Relationship Id="rId23" Type="http://schemas.openxmlformats.org/officeDocument/2006/relationships/image" Target="../media/image18.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tags" Target="../tags/tag24.xml"/><Relationship Id="rId9" Type="http://schemas.openxmlformats.org/officeDocument/2006/relationships/image" Target="../media/image4.png"/><Relationship Id="rId14" Type="http://schemas.openxmlformats.org/officeDocument/2006/relationships/image" Target="../media/image9.emf"/><Relationship Id="rId22" Type="http://schemas.openxmlformats.org/officeDocument/2006/relationships/image" Target="../media/image1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8.xml"/><Relationship Id="rId7" Type="http://schemas.openxmlformats.org/officeDocument/2006/relationships/oleObject" Target="../embeddings/oleObject3.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1.emf"/><Relationship Id="rId4" Type="http://schemas.openxmlformats.org/officeDocument/2006/relationships/tags" Target="../tags/tag34.xml"/><Relationship Id="rId9"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2.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media/image1.emf"/><Relationship Id="rId5" Type="http://schemas.openxmlformats.org/officeDocument/2006/relationships/tags" Target="../tags/tag48.xml"/><Relationship Id="rId10" Type="http://schemas.openxmlformats.org/officeDocument/2006/relationships/oleObject" Target="../embeddings/oleObject6.bin"/><Relationship Id="rId4" Type="http://schemas.openxmlformats.org/officeDocument/2006/relationships/tags" Target="../tags/tag47.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image" Target="../media/image2.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image" Target="../media/image1.emf"/><Relationship Id="rId5" Type="http://schemas.openxmlformats.org/officeDocument/2006/relationships/tags" Target="../tags/tag56.xml"/><Relationship Id="rId10" Type="http://schemas.openxmlformats.org/officeDocument/2006/relationships/oleObject" Target="../embeddings/oleObject7.bin"/><Relationship Id="rId4" Type="http://schemas.openxmlformats.org/officeDocument/2006/relationships/tags" Target="../tags/tag55.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2.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image" Target="../media/image1.emf"/><Relationship Id="rId5" Type="http://schemas.openxmlformats.org/officeDocument/2006/relationships/tags" Target="../tags/tag64.xml"/><Relationship Id="rId10" Type="http://schemas.openxmlformats.org/officeDocument/2006/relationships/oleObject" Target="../embeddings/oleObject8.bin"/><Relationship Id="rId4" Type="http://schemas.openxmlformats.org/officeDocument/2006/relationships/tags" Target="../tags/tag63.xml"/><Relationship Id="rId9"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image" Target="../media/image2.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20.emf"/><Relationship Id="rId5" Type="http://schemas.openxmlformats.org/officeDocument/2006/relationships/tags" Target="../tags/tag72.xml"/><Relationship Id="rId10" Type="http://schemas.openxmlformats.org/officeDocument/2006/relationships/oleObject" Target="../embeddings/oleObject9.bin"/><Relationship Id="rId4" Type="http://schemas.openxmlformats.org/officeDocument/2006/relationships/tags" Target="../tags/tag71.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3.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image" Target="../media/image2.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image" Target="../media/image1.emf"/><Relationship Id="rId5" Type="http://schemas.openxmlformats.org/officeDocument/2006/relationships/tags" Target="../tags/tag80.xml"/><Relationship Id="rId10" Type="http://schemas.openxmlformats.org/officeDocument/2006/relationships/oleObject" Target="../embeddings/oleObject10.bin"/><Relationship Id="rId4" Type="http://schemas.openxmlformats.org/officeDocument/2006/relationships/tags" Target="../tags/tag79.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image" Target="../media/image8.emf"/><Relationship Id="rId18" Type="http://schemas.openxmlformats.org/officeDocument/2006/relationships/image" Target="../media/image13.emf"/><Relationship Id="rId3" Type="http://schemas.openxmlformats.org/officeDocument/2006/relationships/tags" Target="../tags/tag110.xml"/><Relationship Id="rId21" Type="http://schemas.openxmlformats.org/officeDocument/2006/relationships/image" Target="../media/image16.png"/><Relationship Id="rId7" Type="http://schemas.openxmlformats.org/officeDocument/2006/relationships/oleObject" Target="../embeddings/oleObject2.bin"/><Relationship Id="rId12" Type="http://schemas.openxmlformats.org/officeDocument/2006/relationships/image" Target="../media/image7.emf"/><Relationship Id="rId17" Type="http://schemas.openxmlformats.org/officeDocument/2006/relationships/image" Target="../media/image12.png"/><Relationship Id="rId25" Type="http://schemas.openxmlformats.org/officeDocument/2006/relationships/image" Target="../media/image2.png"/><Relationship Id="rId2" Type="http://schemas.openxmlformats.org/officeDocument/2006/relationships/tags" Target="../tags/tag109.xml"/><Relationship Id="rId16" Type="http://schemas.openxmlformats.org/officeDocument/2006/relationships/image" Target="../media/image11.emf"/><Relationship Id="rId20" Type="http://schemas.openxmlformats.org/officeDocument/2006/relationships/image" Target="../media/image15.png"/><Relationship Id="rId1" Type="http://schemas.openxmlformats.org/officeDocument/2006/relationships/tags" Target="../tags/tag108.xml"/><Relationship Id="rId6" Type="http://schemas.openxmlformats.org/officeDocument/2006/relationships/slideMaster" Target="../slideMasters/slideMaster2.xml"/><Relationship Id="rId11" Type="http://schemas.openxmlformats.org/officeDocument/2006/relationships/image" Target="../media/image6.emf"/><Relationship Id="rId24" Type="http://schemas.openxmlformats.org/officeDocument/2006/relationships/image" Target="../media/image19.jpeg"/><Relationship Id="rId5" Type="http://schemas.openxmlformats.org/officeDocument/2006/relationships/tags" Target="../tags/tag112.xml"/><Relationship Id="rId15" Type="http://schemas.openxmlformats.org/officeDocument/2006/relationships/image" Target="../media/image10.emf"/><Relationship Id="rId23" Type="http://schemas.openxmlformats.org/officeDocument/2006/relationships/image" Target="../media/image18.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tags" Target="../tags/tag111.xml"/><Relationship Id="rId9" Type="http://schemas.openxmlformats.org/officeDocument/2006/relationships/image" Target="../media/image4.png"/><Relationship Id="rId14" Type="http://schemas.openxmlformats.org/officeDocument/2006/relationships/image" Target="../media/image9.emf"/><Relationship Id="rId22"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15.xml"/><Relationship Id="rId7" Type="http://schemas.openxmlformats.org/officeDocument/2006/relationships/oleObject" Target="../embeddings/oleObject3.bin"/><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slideMaster" Target="../slideMasters/slideMaster2.xml"/><Relationship Id="rId5" Type="http://schemas.openxmlformats.org/officeDocument/2006/relationships/tags" Target="../tags/tag117.xml"/><Relationship Id="rId4" Type="http://schemas.openxmlformats.org/officeDocument/2006/relationships/tags" Target="../tags/tag116.xml"/><Relationship Id="rId9"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0.xml"/><Relationship Id="rId7" Type="http://schemas.openxmlformats.org/officeDocument/2006/relationships/tags" Target="../tags/tag124.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5" Type="http://schemas.openxmlformats.org/officeDocument/2006/relationships/tags" Target="../tags/tag122.xml"/><Relationship Id="rId10" Type="http://schemas.openxmlformats.org/officeDocument/2006/relationships/image" Target="../media/image1.emf"/><Relationship Id="rId4" Type="http://schemas.openxmlformats.org/officeDocument/2006/relationships/tags" Target="../tags/tag121.xml"/><Relationship Id="rId9" Type="http://schemas.openxmlformats.org/officeDocument/2006/relationships/oleObject" Target="../embeddings/oleObject4.bin"/></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127.xml"/><Relationship Id="rId7" Type="http://schemas.openxmlformats.org/officeDocument/2006/relationships/slideMaster" Target="../slideMasters/slideMaster2.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9"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8.xml"/><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image" Target="../media/image2.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image" Target="../media/image1.emf"/><Relationship Id="rId5" Type="http://schemas.openxmlformats.org/officeDocument/2006/relationships/tags" Target="../tags/tag135.xml"/><Relationship Id="rId10" Type="http://schemas.openxmlformats.org/officeDocument/2006/relationships/oleObject" Target="../embeddings/oleObject6.bin"/><Relationship Id="rId4" Type="http://schemas.openxmlformats.org/officeDocument/2006/relationships/tags" Target="../tags/tag134.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6.xm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2.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1.emf"/><Relationship Id="rId5" Type="http://schemas.openxmlformats.org/officeDocument/2006/relationships/tags" Target="../tags/tag143.xml"/><Relationship Id="rId10" Type="http://schemas.openxmlformats.org/officeDocument/2006/relationships/oleObject" Target="../embeddings/oleObject7.bin"/><Relationship Id="rId4" Type="http://schemas.openxmlformats.org/officeDocument/2006/relationships/tags" Target="../tags/tag142.xml"/><Relationship Id="rId9"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4.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image" Target="../media/image2.png"/><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image" Target="../media/image1.emf"/><Relationship Id="rId5" Type="http://schemas.openxmlformats.org/officeDocument/2006/relationships/tags" Target="../tags/tag151.xml"/><Relationship Id="rId10" Type="http://schemas.openxmlformats.org/officeDocument/2006/relationships/oleObject" Target="../embeddings/oleObject8.bin"/><Relationship Id="rId4" Type="http://schemas.openxmlformats.org/officeDocument/2006/relationships/tags" Target="../tags/tag150.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62.xml"/><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image" Target="../media/image2.pn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image" Target="../media/image20.emf"/><Relationship Id="rId5" Type="http://schemas.openxmlformats.org/officeDocument/2006/relationships/tags" Target="../tags/tag159.xml"/><Relationship Id="rId10" Type="http://schemas.openxmlformats.org/officeDocument/2006/relationships/oleObject" Target="../embeddings/oleObject9.bin"/><Relationship Id="rId4" Type="http://schemas.openxmlformats.org/officeDocument/2006/relationships/tags" Target="../tags/tag158.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170.xml"/><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image" Target="../media/image2.pn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image" Target="../media/image1.emf"/><Relationship Id="rId5" Type="http://schemas.openxmlformats.org/officeDocument/2006/relationships/tags" Target="../tags/tag167.xml"/><Relationship Id="rId10" Type="http://schemas.openxmlformats.org/officeDocument/2006/relationships/oleObject" Target="../embeddings/oleObject10.bin"/><Relationship Id="rId4" Type="http://schemas.openxmlformats.org/officeDocument/2006/relationships/tags" Target="../tags/tag166.xml"/><Relationship Id="rId9"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77.xml"/><Relationship Id="rId7" Type="http://schemas.openxmlformats.org/officeDocument/2006/relationships/tags" Target="../tags/tag181.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5" Type="http://schemas.openxmlformats.org/officeDocument/2006/relationships/tags" Target="../tags/tag179.xml"/><Relationship Id="rId10" Type="http://schemas.openxmlformats.org/officeDocument/2006/relationships/image" Target="../media/image1.emf"/><Relationship Id="rId4" Type="http://schemas.openxmlformats.org/officeDocument/2006/relationships/tags" Target="../tags/tag178.xml"/><Relationship Id="rId9" Type="http://schemas.openxmlformats.org/officeDocument/2006/relationships/oleObject" Target="../embeddings/oleObject4.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externa">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17555369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191" y="1191"/>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33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878893" y="3724477"/>
            <a:ext cx="7295096" cy="138500"/>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a:defRPr lang="en-US" sz="900" dirty="0"/>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878893" y="3418608"/>
            <a:ext cx="7295096" cy="20774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a:defRPr lang="en-US" sz="1350" dirty="0"/>
            </a:lvl1pPr>
          </a:lstStyle>
          <a:p>
            <a:pPr lvl="0"/>
            <a:r>
              <a:rPr lang="es-ES"/>
              <a:t>Haga clic para modificar el estilo de subtítulo del patrón</a:t>
            </a:r>
            <a:endParaRPr lang="en-US"/>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878893" y="2304824"/>
            <a:ext cx="7295096" cy="101566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lgn="ctr">
              <a:defRPr lang="en-US" sz="2700" cap="all" baseline="0" dirty="0"/>
            </a:lvl1pPr>
          </a:lstStyle>
          <a:p>
            <a:pPr lvl="0"/>
            <a:r>
              <a:rPr lang="es-ES"/>
              <a:t>Haga clic para modificar el estilo de título del patrón</a:t>
            </a:r>
            <a:endParaRPr lang="en-US"/>
          </a:p>
        </p:txBody>
      </p:sp>
      <p:pic>
        <p:nvPicPr>
          <p:cNvPr id="26" name="Imagen 34">
            <a:extLst>
              <a:ext uri="{FF2B5EF4-FFF2-40B4-BE49-F238E27FC236}">
                <a16:creationId xmlns:a16="http://schemas.microsoft.com/office/drawing/2014/main" id="{6F42B641-72C7-4A80-9EF6-DC0231208D41}"/>
              </a:ext>
            </a:extLst>
          </p:cNvPr>
          <p:cNvPicPr>
            <a:picLocks noChangeAspect="1"/>
          </p:cNvPicPr>
          <p:nvPr/>
        </p:nvPicPr>
        <p:blipFill>
          <a:blip r:embed="rId9"/>
          <a:stretch>
            <a:fillRect/>
          </a:stretch>
        </p:blipFill>
        <p:spPr>
          <a:xfrm>
            <a:off x="7352394" y="4609322"/>
            <a:ext cx="247143" cy="96386"/>
          </a:xfrm>
          <a:prstGeom prst="rect">
            <a:avLst/>
          </a:prstGeom>
        </p:spPr>
      </p:pic>
      <p:pic>
        <p:nvPicPr>
          <p:cNvPr id="27" name="Imagen 37">
            <a:extLst>
              <a:ext uri="{FF2B5EF4-FFF2-40B4-BE49-F238E27FC236}">
                <a16:creationId xmlns:a16="http://schemas.microsoft.com/office/drawing/2014/main" id="{3F5328A2-722F-456E-9EAE-0EE13E7B501F}"/>
              </a:ext>
            </a:extLst>
          </p:cNvPr>
          <p:cNvPicPr>
            <a:picLocks noChangeAspect="1"/>
          </p:cNvPicPr>
          <p:nvPr/>
        </p:nvPicPr>
        <p:blipFill rotWithShape="1">
          <a:blip r:embed="rId10"/>
          <a:srcRect l="84827" t="-11201" r="-444" b="13414"/>
          <a:stretch/>
        </p:blipFill>
        <p:spPr>
          <a:xfrm>
            <a:off x="874888" y="4530110"/>
            <a:ext cx="360290" cy="187334"/>
          </a:xfrm>
          <a:prstGeom prst="rect">
            <a:avLst/>
          </a:prstGeom>
        </p:spPr>
      </p:pic>
      <p:pic>
        <p:nvPicPr>
          <p:cNvPr id="28" name="Imagen 38">
            <a:extLst>
              <a:ext uri="{FF2B5EF4-FFF2-40B4-BE49-F238E27FC236}">
                <a16:creationId xmlns:a16="http://schemas.microsoft.com/office/drawing/2014/main" id="{B287E63D-6E14-451C-A9C5-E3826FA27A4F}"/>
              </a:ext>
            </a:extLst>
          </p:cNvPr>
          <p:cNvPicPr>
            <a:picLocks noChangeAspect="1"/>
          </p:cNvPicPr>
          <p:nvPr/>
        </p:nvPicPr>
        <p:blipFill rotWithShape="1">
          <a:blip r:embed="rId11"/>
          <a:srcRect l="5706" t="26602" r="5742" b="18022"/>
          <a:stretch/>
        </p:blipFill>
        <p:spPr>
          <a:xfrm>
            <a:off x="1893031" y="4564569"/>
            <a:ext cx="459644" cy="137186"/>
          </a:xfrm>
          <a:prstGeom prst="rect">
            <a:avLst/>
          </a:prstGeom>
        </p:spPr>
      </p:pic>
      <p:pic>
        <p:nvPicPr>
          <p:cNvPr id="29" name="Imagen 39">
            <a:extLst>
              <a:ext uri="{FF2B5EF4-FFF2-40B4-BE49-F238E27FC236}">
                <a16:creationId xmlns:a16="http://schemas.microsoft.com/office/drawing/2014/main" id="{EB6EA72A-57FA-4DB2-A955-9BAE0E7A0707}"/>
              </a:ext>
            </a:extLst>
          </p:cNvPr>
          <p:cNvPicPr>
            <a:picLocks noChangeAspect="1"/>
          </p:cNvPicPr>
          <p:nvPr userDrawn="1"/>
        </p:nvPicPr>
        <p:blipFill>
          <a:blip r:embed="rId12"/>
          <a:stretch>
            <a:fillRect/>
          </a:stretch>
        </p:blipFill>
        <p:spPr>
          <a:xfrm>
            <a:off x="2475300" y="4512448"/>
            <a:ext cx="613443" cy="247736"/>
          </a:xfrm>
          <a:prstGeom prst="rect">
            <a:avLst/>
          </a:prstGeom>
        </p:spPr>
      </p:pic>
      <p:pic>
        <p:nvPicPr>
          <p:cNvPr id="30" name="Imagen 40">
            <a:extLst>
              <a:ext uri="{FF2B5EF4-FFF2-40B4-BE49-F238E27FC236}">
                <a16:creationId xmlns:a16="http://schemas.microsoft.com/office/drawing/2014/main" id="{947D5DBD-FEB5-44D3-B382-35D244ADFC9B}"/>
              </a:ext>
            </a:extLst>
          </p:cNvPr>
          <p:cNvPicPr>
            <a:picLocks noChangeAspect="1"/>
          </p:cNvPicPr>
          <p:nvPr/>
        </p:nvPicPr>
        <p:blipFill rotWithShape="1">
          <a:blip r:embed="rId13"/>
          <a:srcRect l="14662" r="13810"/>
          <a:stretch/>
        </p:blipFill>
        <p:spPr>
          <a:xfrm>
            <a:off x="3706888" y="4379495"/>
            <a:ext cx="372213" cy="331739"/>
          </a:xfrm>
          <a:prstGeom prst="rect">
            <a:avLst/>
          </a:prstGeom>
        </p:spPr>
      </p:pic>
      <p:pic>
        <p:nvPicPr>
          <p:cNvPr id="31" name="Imagen 41">
            <a:extLst>
              <a:ext uri="{FF2B5EF4-FFF2-40B4-BE49-F238E27FC236}">
                <a16:creationId xmlns:a16="http://schemas.microsoft.com/office/drawing/2014/main" id="{5208EE27-308B-46F1-89B4-EEDAFB229A47}"/>
              </a:ext>
            </a:extLst>
          </p:cNvPr>
          <p:cNvPicPr>
            <a:picLocks noChangeAspect="1"/>
          </p:cNvPicPr>
          <p:nvPr/>
        </p:nvPicPr>
        <p:blipFill rotWithShape="1">
          <a:blip r:embed="rId14"/>
          <a:srcRect l="8432" t="13808" r="3866" b="22570"/>
          <a:stretch/>
        </p:blipFill>
        <p:spPr>
          <a:xfrm>
            <a:off x="5283080" y="4559995"/>
            <a:ext cx="445725" cy="149237"/>
          </a:xfrm>
          <a:prstGeom prst="rect">
            <a:avLst/>
          </a:prstGeom>
        </p:spPr>
      </p:pic>
      <p:pic>
        <p:nvPicPr>
          <p:cNvPr id="32" name="Imagen 42">
            <a:extLst>
              <a:ext uri="{FF2B5EF4-FFF2-40B4-BE49-F238E27FC236}">
                <a16:creationId xmlns:a16="http://schemas.microsoft.com/office/drawing/2014/main" id="{233CFDDD-B3E6-422D-BAF1-2D89ACE6C711}"/>
              </a:ext>
            </a:extLst>
          </p:cNvPr>
          <p:cNvPicPr>
            <a:picLocks noChangeAspect="1"/>
          </p:cNvPicPr>
          <p:nvPr/>
        </p:nvPicPr>
        <p:blipFill rotWithShape="1">
          <a:blip r:embed="rId15"/>
          <a:srcRect l="6973" t="22509" r="3652" b="29230"/>
          <a:stretch/>
        </p:blipFill>
        <p:spPr>
          <a:xfrm>
            <a:off x="4782608" y="4586213"/>
            <a:ext cx="347327" cy="107907"/>
          </a:xfrm>
          <a:prstGeom prst="rect">
            <a:avLst/>
          </a:prstGeom>
        </p:spPr>
      </p:pic>
      <p:pic>
        <p:nvPicPr>
          <p:cNvPr id="34" name="Imagen 44">
            <a:extLst>
              <a:ext uri="{FF2B5EF4-FFF2-40B4-BE49-F238E27FC236}">
                <a16:creationId xmlns:a16="http://schemas.microsoft.com/office/drawing/2014/main" id="{11D02BA1-67BA-4650-9713-690C4CF7B507}"/>
              </a:ext>
            </a:extLst>
          </p:cNvPr>
          <p:cNvPicPr>
            <a:picLocks noChangeAspect="1"/>
          </p:cNvPicPr>
          <p:nvPr/>
        </p:nvPicPr>
        <p:blipFill rotWithShape="1">
          <a:blip r:embed="rId16"/>
          <a:srcRect l="22218" r="21421"/>
          <a:stretch/>
        </p:blipFill>
        <p:spPr>
          <a:xfrm>
            <a:off x="5892269" y="4367251"/>
            <a:ext cx="372213" cy="347219"/>
          </a:xfrm>
          <a:prstGeom prst="rect">
            <a:avLst/>
          </a:prstGeom>
        </p:spPr>
      </p:pic>
      <p:pic>
        <p:nvPicPr>
          <p:cNvPr id="35" name="Imagen 45">
            <a:extLst>
              <a:ext uri="{FF2B5EF4-FFF2-40B4-BE49-F238E27FC236}">
                <a16:creationId xmlns:a16="http://schemas.microsoft.com/office/drawing/2014/main" id="{03C1B2A4-1A8F-43FE-8633-7D334FF7A3A0}"/>
              </a:ext>
            </a:extLst>
          </p:cNvPr>
          <p:cNvPicPr>
            <a:picLocks noChangeAspect="1"/>
          </p:cNvPicPr>
          <p:nvPr/>
        </p:nvPicPr>
        <p:blipFill>
          <a:blip r:embed="rId17"/>
          <a:stretch>
            <a:fillRect/>
          </a:stretch>
        </p:blipFill>
        <p:spPr>
          <a:xfrm>
            <a:off x="6734072" y="4471453"/>
            <a:ext cx="432079" cy="209048"/>
          </a:xfrm>
          <a:prstGeom prst="rect">
            <a:avLst/>
          </a:prstGeom>
        </p:spPr>
      </p:pic>
      <p:pic>
        <p:nvPicPr>
          <p:cNvPr id="36" name="Imagen 46">
            <a:extLst>
              <a:ext uri="{FF2B5EF4-FFF2-40B4-BE49-F238E27FC236}">
                <a16:creationId xmlns:a16="http://schemas.microsoft.com/office/drawing/2014/main" id="{DF6395AA-76DB-4E82-8EA6-F26F0FCE54EC}"/>
              </a:ext>
            </a:extLst>
          </p:cNvPr>
          <p:cNvPicPr>
            <a:picLocks noChangeAspect="1"/>
          </p:cNvPicPr>
          <p:nvPr/>
        </p:nvPicPr>
        <p:blipFill>
          <a:blip r:embed="rId18"/>
          <a:stretch>
            <a:fillRect/>
          </a:stretch>
        </p:blipFill>
        <p:spPr>
          <a:xfrm>
            <a:off x="6381833" y="4465567"/>
            <a:ext cx="229759" cy="278993"/>
          </a:xfrm>
          <a:prstGeom prst="rect">
            <a:avLst/>
          </a:prstGeom>
        </p:spPr>
      </p:pic>
      <p:pic>
        <p:nvPicPr>
          <p:cNvPr id="37" name="Picture 2" descr="Orange (Marruecos) - Wikipedia, la enciclopedia libre">
            <a:extLst>
              <a:ext uri="{FF2B5EF4-FFF2-40B4-BE49-F238E27FC236}">
                <a16:creationId xmlns:a16="http://schemas.microsoft.com/office/drawing/2014/main" id="{FF0697BF-A547-4ACF-A5AE-A0D72EE35EE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5145" y="4366384"/>
            <a:ext cx="311144" cy="31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6">
            <a:extLst>
              <a:ext uri="{FF2B5EF4-FFF2-40B4-BE49-F238E27FC236}">
                <a16:creationId xmlns:a16="http://schemas.microsoft.com/office/drawing/2014/main" id="{066DAB59-8D46-4F83-9F75-DD49E8C2F41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2003" y="4593940"/>
            <a:ext cx="349239" cy="8585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a:extLst>
              <a:ext uri="{FF2B5EF4-FFF2-40B4-BE49-F238E27FC236}">
                <a16:creationId xmlns:a16="http://schemas.microsoft.com/office/drawing/2014/main" id="{8E590026-32DE-4049-B235-0E2E6E08091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20748" y="4595453"/>
            <a:ext cx="355007" cy="117744"/>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Conector recto 16">
            <a:extLst>
              <a:ext uri="{FF2B5EF4-FFF2-40B4-BE49-F238E27FC236}">
                <a16:creationId xmlns:a16="http://schemas.microsoft.com/office/drawing/2014/main" id="{B570FF95-921B-42F4-9709-D28A743D6BD1}"/>
              </a:ext>
            </a:extLst>
          </p:cNvPr>
          <p:cNvCxnSpPr>
            <a:cxnSpLocks/>
          </p:cNvCxnSpPr>
          <p:nvPr/>
        </p:nvCxnSpPr>
        <p:spPr>
          <a:xfrm>
            <a:off x="405144" y="4293629"/>
            <a:ext cx="832094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1" name="Picture 6">
            <a:extLst>
              <a:ext uri="{FF2B5EF4-FFF2-40B4-BE49-F238E27FC236}">
                <a16:creationId xmlns:a16="http://schemas.microsoft.com/office/drawing/2014/main" id="{22536F12-7906-4101-A421-D8620AAB892F}"/>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15179" t="28442" r="22925" b="40654"/>
          <a:stretch/>
        </p:blipFill>
        <p:spPr bwMode="auto">
          <a:xfrm>
            <a:off x="8288661" y="4597371"/>
            <a:ext cx="452359" cy="112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Imagen 5">
            <a:extLst>
              <a:ext uri="{FF2B5EF4-FFF2-40B4-BE49-F238E27FC236}">
                <a16:creationId xmlns:a16="http://schemas.microsoft.com/office/drawing/2014/main" id="{0E8792FF-9213-4054-B952-517C454A13A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55653" y="4584583"/>
            <a:ext cx="384940" cy="10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A logo for a company&#10;&#10;Description automatically generated">
            <a:extLst>
              <a:ext uri="{FF2B5EF4-FFF2-40B4-BE49-F238E27FC236}">
                <a16:creationId xmlns:a16="http://schemas.microsoft.com/office/drawing/2014/main" id="{92A56743-1783-BB09-CE82-A76DACB722CE}"/>
              </a:ext>
            </a:extLst>
          </p:cNvPr>
          <p:cNvPicPr>
            <a:picLocks noChangeAspect="1"/>
          </p:cNvPicPr>
          <p:nvPr userDrawn="1"/>
        </p:nvPicPr>
        <p:blipFill>
          <a:blip r:embed="rId24"/>
          <a:stretch>
            <a:fillRect/>
          </a:stretch>
        </p:blipFill>
        <p:spPr>
          <a:xfrm>
            <a:off x="4278652" y="4554033"/>
            <a:ext cx="321425" cy="126214"/>
          </a:xfrm>
          <a:prstGeom prst="rect">
            <a:avLst/>
          </a:prstGeom>
        </p:spPr>
      </p:pic>
      <p:pic>
        <p:nvPicPr>
          <p:cNvPr id="8" name="Imagen 7">
            <a:extLst>
              <a:ext uri="{FF2B5EF4-FFF2-40B4-BE49-F238E27FC236}">
                <a16:creationId xmlns:a16="http://schemas.microsoft.com/office/drawing/2014/main" id="{1C7D7B5A-E031-CD13-1FE4-7276A0124DE5}"/>
              </a:ext>
            </a:extLst>
          </p:cNvPr>
          <p:cNvPicPr>
            <a:picLocks noChangeAspect="1"/>
          </p:cNvPicPr>
          <p:nvPr userDrawn="1"/>
        </p:nvPicPr>
        <p:blipFill>
          <a:blip r:embed="rId25"/>
          <a:stretch>
            <a:fillRect/>
          </a:stretch>
        </p:blipFill>
        <p:spPr>
          <a:xfrm>
            <a:off x="3206655" y="1002804"/>
            <a:ext cx="2432146" cy="1107562"/>
          </a:xfrm>
          <a:prstGeom prst="rect">
            <a:avLst/>
          </a:prstGeom>
        </p:spPr>
      </p:pic>
    </p:spTree>
    <p:extLst>
      <p:ext uri="{BB962C8B-B14F-4D97-AF65-F5344CB8AC3E}">
        <p14:creationId xmlns:p14="http://schemas.microsoft.com/office/powerpoint/2010/main" val="3523711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ortada interna">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49170687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191" y="1191"/>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33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413101" y="3382626"/>
            <a:ext cx="7295096" cy="16158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050" dirty="0"/>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413956" y="3069420"/>
            <a:ext cx="7295096" cy="23083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500" dirty="0"/>
            </a:lvl1pPr>
          </a:lstStyle>
          <a:p>
            <a:pPr lvl="0"/>
            <a:r>
              <a:rPr lang="es-ES"/>
              <a:t>Haga clic para modificar el estilo de subtítulo del patrón</a:t>
            </a:r>
            <a:endParaRPr lang="en-US"/>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413956" y="1962972"/>
            <a:ext cx="7295096" cy="101566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defRPr lang="en-US" sz="3300" cap="all" baseline="0" dirty="0"/>
            </a:lvl1pPr>
          </a:lstStyle>
          <a:p>
            <a:pPr lvl="0"/>
            <a:r>
              <a:rPr lang="es-ES"/>
              <a:t>Haga clic para modificar el estilo de título del patrón</a:t>
            </a:r>
            <a:endParaRPr lang="en-US"/>
          </a:p>
        </p:txBody>
      </p:sp>
      <p:pic>
        <p:nvPicPr>
          <p:cNvPr id="5" name="Imagen 4">
            <a:extLst>
              <a:ext uri="{FF2B5EF4-FFF2-40B4-BE49-F238E27FC236}">
                <a16:creationId xmlns:a16="http://schemas.microsoft.com/office/drawing/2014/main" id="{10FEE472-A556-561D-5B0F-8C5273F39BF9}"/>
              </a:ext>
            </a:extLst>
          </p:cNvPr>
          <p:cNvPicPr>
            <a:picLocks noChangeAspect="1"/>
          </p:cNvPicPr>
          <p:nvPr userDrawn="1"/>
        </p:nvPicPr>
        <p:blipFill>
          <a:blip r:embed="rId9"/>
          <a:stretch>
            <a:fillRect/>
          </a:stretch>
        </p:blipFill>
        <p:spPr>
          <a:xfrm>
            <a:off x="7050881" y="207801"/>
            <a:ext cx="1794807" cy="817328"/>
          </a:xfrm>
          <a:prstGeom prst="rect">
            <a:avLst/>
          </a:prstGeom>
        </p:spPr>
      </p:pic>
    </p:spTree>
    <p:extLst>
      <p:ext uri="{BB962C8B-B14F-4D97-AF65-F5344CB8AC3E}">
        <p14:creationId xmlns:p14="http://schemas.microsoft.com/office/powerpoint/2010/main" val="4113052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 defecto">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113184801"/>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191" y="1191"/>
                        <a:ext cx="1191" cy="1191"/>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16052" y="478291"/>
            <a:ext cx="7875893" cy="184666"/>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solidFill>
                  <a:schemeClr val="accent4"/>
                </a:solidFill>
              </a:defRPr>
            </a:lvl1pPr>
          </a:lstStyle>
          <a:p>
            <a:pPr lvl="0"/>
            <a:r>
              <a:rPr lang="es-ES"/>
              <a:t>Haga clic para modificar el estilo de subtítulo del patrón</a:t>
            </a:r>
            <a:endParaRPr lang="en-US"/>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416051" y="4876252"/>
            <a:ext cx="734364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16051" y="31198"/>
            <a:ext cx="2882504" cy="92333"/>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600" b="0" dirty="0">
                <a:cs typeface="+mn-cs"/>
              </a:defRPr>
            </a:lvl1pPr>
          </a:lstStyle>
          <a:p>
            <a:pPr lvl="0">
              <a:buNone/>
            </a:pPr>
            <a:r>
              <a:rPr lang="en-US"/>
              <a:t>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16053" y="129159"/>
            <a:ext cx="7875893" cy="28854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s-ES"/>
              <a:t>Haga clic para modificar el estilo de título del patrón</a:t>
            </a:r>
            <a:endParaRPr lang="en-US"/>
          </a:p>
        </p:txBody>
      </p:sp>
      <p:sp>
        <p:nvSpPr>
          <p:cNvPr id="4" name="Text Placeholder 3">
            <a:extLst>
              <a:ext uri="{FF2B5EF4-FFF2-40B4-BE49-F238E27FC236}">
                <a16:creationId xmlns:a16="http://schemas.microsoft.com/office/drawing/2014/main" id="{B5E57EC2-2DDB-27A3-243A-50080C823E66}"/>
              </a:ext>
            </a:extLst>
          </p:cNvPr>
          <p:cNvSpPr>
            <a:spLocks noGrp="1"/>
          </p:cNvSpPr>
          <p:nvPr>
            <p:ph type="body" sz="quarter" idx="11" hasCustomPrompt="1"/>
          </p:nvPr>
        </p:nvSpPr>
        <p:spPr>
          <a:xfrm>
            <a:off x="416052" y="4885607"/>
            <a:ext cx="7875460" cy="92333"/>
          </a:xfrm>
        </p:spPr>
        <p:txBody>
          <a:bodyPr/>
          <a:lstStyle>
            <a:lvl1pPr>
              <a:defRPr sz="600"/>
            </a:lvl1pPr>
          </a:lstStyle>
          <a:p>
            <a:pPr lvl="0"/>
            <a:r>
              <a:rPr lang="en-US" err="1"/>
              <a:t>Notas</a:t>
            </a:r>
            <a:r>
              <a:rPr lang="en-US"/>
              <a:t> al pie:</a:t>
            </a:r>
          </a:p>
        </p:txBody>
      </p:sp>
      <p:sp>
        <p:nvSpPr>
          <p:cNvPr id="6" name="Marcador de contenido 5">
            <a:extLst>
              <a:ext uri="{FF2B5EF4-FFF2-40B4-BE49-F238E27FC236}">
                <a16:creationId xmlns:a16="http://schemas.microsoft.com/office/drawing/2014/main" id="{2B8A343D-2281-EB9E-D83B-B6BCCBD0DE93}"/>
              </a:ext>
            </a:extLst>
          </p:cNvPr>
          <p:cNvSpPr>
            <a:spLocks noGrp="1"/>
          </p:cNvSpPr>
          <p:nvPr>
            <p:ph sz="quarter" idx="12"/>
          </p:nvPr>
        </p:nvSpPr>
        <p:spPr>
          <a:xfrm>
            <a:off x="415529" y="876300"/>
            <a:ext cx="8312991"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013737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445357290"/>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191" y="1191"/>
                        <a:ext cx="1191" cy="1191"/>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416052" y="1056418"/>
            <a:ext cx="2859786" cy="577081"/>
          </a:xfrm>
          <a:prstGeom prst="rect">
            <a:avLst/>
          </a:prstGeom>
        </p:spPr>
        <p:txBody>
          <a:bodyPr vert="horz" anchor="t">
            <a:noAutofit/>
          </a:bodyPr>
          <a:lstStyle>
            <a:lvl1pPr rtl="0">
              <a:lnSpc>
                <a:spcPct val="100000"/>
              </a:lnSpc>
              <a:defRPr>
                <a:ln w="6350" cap="flat">
                  <a:noFill/>
                  <a:miter lim="800000"/>
                </a:ln>
              </a:defRPr>
            </a:lvl1pPr>
          </a:lstStyle>
          <a:p>
            <a:r>
              <a:rPr lang="es-ES"/>
              <a:t>Haga clic para modificar el estilo de título del patrón</a:t>
            </a:r>
            <a:endParaRPr lang="en-US"/>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Marcador de contenido 7">
            <a:extLst>
              <a:ext uri="{FF2B5EF4-FFF2-40B4-BE49-F238E27FC236}">
                <a16:creationId xmlns:a16="http://schemas.microsoft.com/office/drawing/2014/main" id="{1BABD97E-F136-E216-0926-E44CE7859CF5}"/>
              </a:ext>
            </a:extLst>
          </p:cNvPr>
          <p:cNvSpPr>
            <a:spLocks noGrp="1"/>
          </p:cNvSpPr>
          <p:nvPr>
            <p:ph sz="quarter" idx="12"/>
          </p:nvPr>
        </p:nvSpPr>
        <p:spPr>
          <a:xfrm>
            <a:off x="2181225" y="1714500"/>
            <a:ext cx="6547295"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4069822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768476360"/>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2560320" y="0"/>
            <a:ext cx="6583680"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416052" y="2744734"/>
            <a:ext cx="1885950" cy="553998"/>
          </a:xfrm>
          <a:prstGeom prst="rect">
            <a:avLst/>
          </a:prstGeom>
        </p:spPr>
        <p:txBody>
          <a:bodyPr wrap="square">
            <a:spAutoFit/>
          </a:bodyPr>
          <a:lstStyle>
            <a:lvl1pPr marL="0" indent="0" algn="l" rtl="0">
              <a:buNone/>
              <a:defRPr sz="1200" b="0" baseline="0">
                <a:solidFill>
                  <a:schemeClr val="accent4"/>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s-ES"/>
              <a:t>Haga clic para modificar el estilo de subtítulo del patrón</a:t>
            </a:r>
            <a:endParaRPr lang="en-US"/>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6"/>
            </p:custDataLst>
          </p:nvPr>
        </p:nvSpPr>
        <p:spPr>
          <a:xfrm>
            <a:off x="416052" y="4876252"/>
            <a:ext cx="200329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416052" y="31198"/>
            <a:ext cx="1885951"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11" name="2. Slide Title">
            <a:extLst>
              <a:ext uri="{FF2B5EF4-FFF2-40B4-BE49-F238E27FC236}">
                <a16:creationId xmlns:a16="http://schemas.microsoft.com/office/drawing/2014/main" id="{BD1E8CEA-59CA-420E-955C-4C9FBA24773C}"/>
              </a:ext>
            </a:extLst>
          </p:cNvPr>
          <p:cNvSpPr>
            <a:spLocks noGrp="1"/>
          </p:cNvSpPr>
          <p:nvPr>
            <p:ph type="title"/>
            <p:custDataLst>
              <p:tags r:id="rId8"/>
            </p:custDataLst>
          </p:nvPr>
        </p:nvSpPr>
        <p:spPr>
          <a:xfrm>
            <a:off x="416052" y="2058277"/>
            <a:ext cx="1885950" cy="577081"/>
          </a:xfrm>
          <a:prstGeom prst="rect">
            <a:avLst/>
          </a:prstGeom>
        </p:spPr>
        <p:txBody>
          <a:bodyPr vert="horz" wrap="square" lIns="0" tIns="0" rIns="0" bIns="0" rtlCol="0" anchor="b" anchorCtr="0">
            <a:noAutofit/>
          </a:bodyPr>
          <a:lstStyle/>
          <a:p>
            <a:pPr lvl="0"/>
            <a:r>
              <a:rPr lang="es-ES"/>
              <a:t>Haga clic para modificar el estilo de título del patrón</a:t>
            </a:r>
            <a:endParaRPr lang="en-US"/>
          </a:p>
        </p:txBody>
      </p:sp>
      <p:sp>
        <p:nvSpPr>
          <p:cNvPr id="7" name="Marcador de contenido 6">
            <a:extLst>
              <a:ext uri="{FF2B5EF4-FFF2-40B4-BE49-F238E27FC236}">
                <a16:creationId xmlns:a16="http://schemas.microsoft.com/office/drawing/2014/main" id="{64F05B9E-7337-0608-0D91-8FA0818CF462}"/>
              </a:ext>
            </a:extLst>
          </p:cNvPr>
          <p:cNvSpPr>
            <a:spLocks noGrp="1"/>
          </p:cNvSpPr>
          <p:nvPr>
            <p:ph sz="quarter" idx="11"/>
          </p:nvPr>
        </p:nvSpPr>
        <p:spPr>
          <a:xfrm>
            <a:off x="2990851" y="534805"/>
            <a:ext cx="5737622"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2" name="Imagen 1">
            <a:extLst>
              <a:ext uri="{FF2B5EF4-FFF2-40B4-BE49-F238E27FC236}">
                <a16:creationId xmlns:a16="http://schemas.microsoft.com/office/drawing/2014/main" id="{A1DFC8A1-B2FA-9CCA-F7AC-26D772BCF0FF}"/>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2771664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197391657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273552" y="0"/>
            <a:ext cx="5870448"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416052" y="2744733"/>
            <a:ext cx="2599181" cy="369332"/>
          </a:xfrm>
          <a:prstGeom prst="rect">
            <a:avLst/>
          </a:prstGeom>
        </p:spPr>
        <p:txBody>
          <a:bodyPr wrap="square">
            <a:spAutoFit/>
          </a:bodyPr>
          <a:lstStyle>
            <a:lvl1pPr marL="0" indent="0" algn="l" rtl="0">
              <a:buNone/>
              <a:defRPr sz="1200" b="0" baseline="0">
                <a:solidFill>
                  <a:schemeClr val="accent4"/>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s-ES"/>
              <a:t>Haga clic para modificar el estilo de subtítulo del patrón</a:t>
            </a:r>
            <a:endParaRPr lang="en-US"/>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6"/>
            </p:custDataLst>
          </p:nvPr>
        </p:nvSpPr>
        <p:spPr>
          <a:xfrm>
            <a:off x="416052" y="4876252"/>
            <a:ext cx="277164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416051" y="31198"/>
            <a:ext cx="2599183"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11" name="2. Slide Title">
            <a:extLst>
              <a:ext uri="{FF2B5EF4-FFF2-40B4-BE49-F238E27FC236}">
                <a16:creationId xmlns:a16="http://schemas.microsoft.com/office/drawing/2014/main" id="{B064DA18-FA54-43C0-B981-F306F40179F4}"/>
              </a:ext>
            </a:extLst>
          </p:cNvPr>
          <p:cNvSpPr>
            <a:spLocks noGrp="1"/>
          </p:cNvSpPr>
          <p:nvPr>
            <p:ph type="title"/>
            <p:custDataLst>
              <p:tags r:id="rId8"/>
            </p:custDataLst>
          </p:nvPr>
        </p:nvSpPr>
        <p:spPr>
          <a:xfrm>
            <a:off x="416052" y="2058277"/>
            <a:ext cx="2599181" cy="577081"/>
          </a:xfrm>
          <a:prstGeom prst="rect">
            <a:avLst/>
          </a:prstGeom>
        </p:spPr>
        <p:txBody>
          <a:bodyPr vert="horz" wrap="square" lIns="0" tIns="0" rIns="0" bIns="0" rtlCol="0" anchor="b" anchorCtr="0">
            <a:noAutofit/>
          </a:bodyPr>
          <a:lstStyle/>
          <a:p>
            <a:pPr lvl="0"/>
            <a:r>
              <a:rPr lang="es-ES"/>
              <a:t>Haga clic para modificar el estilo de título del patrón</a:t>
            </a:r>
            <a:endParaRPr lang="en-US"/>
          </a:p>
        </p:txBody>
      </p:sp>
      <p:sp>
        <p:nvSpPr>
          <p:cNvPr id="2" name="Marcador de contenido 6">
            <a:extLst>
              <a:ext uri="{FF2B5EF4-FFF2-40B4-BE49-F238E27FC236}">
                <a16:creationId xmlns:a16="http://schemas.microsoft.com/office/drawing/2014/main" id="{CA5A0A15-25E6-F8DC-006F-4B17564F316B}"/>
              </a:ext>
            </a:extLst>
          </p:cNvPr>
          <p:cNvSpPr>
            <a:spLocks noGrp="1"/>
          </p:cNvSpPr>
          <p:nvPr>
            <p:ph sz="quarter" idx="11"/>
          </p:nvPr>
        </p:nvSpPr>
        <p:spPr>
          <a:xfrm>
            <a:off x="3600450" y="534805"/>
            <a:ext cx="5128022"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7" name="Imagen 6">
            <a:extLst>
              <a:ext uri="{FF2B5EF4-FFF2-40B4-BE49-F238E27FC236}">
                <a16:creationId xmlns:a16="http://schemas.microsoft.com/office/drawing/2014/main" id="{47B737C7-BA7A-569E-44F9-591D7A26B63F}"/>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2734035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111298988"/>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4569714" y="0"/>
            <a:ext cx="4574286"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416052" y="129159"/>
            <a:ext cx="3799332" cy="577081"/>
          </a:xfrm>
        </p:spPr>
        <p:txBody>
          <a:bodyPr vert="horz">
            <a:spAutoFit/>
          </a:bodyPr>
          <a:lstStyle>
            <a:lvl1pPr rtl="0">
              <a:defRPr/>
            </a:lvl1pPr>
          </a:lstStyle>
          <a:p>
            <a:r>
              <a:rPr lang="es-ES"/>
              <a:t>Haga clic para modificar el estilo de título del patrón</a:t>
            </a:r>
            <a:endParaRPr lang="en-US"/>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416051" y="478291"/>
            <a:ext cx="3799332" cy="184666"/>
          </a:xfrm>
          <a:prstGeom prst="rect">
            <a:avLst/>
          </a:prstGeom>
        </p:spPr>
        <p:txBody>
          <a:bodyPr wrap="square">
            <a:spAutoFit/>
          </a:bodyPr>
          <a:lstStyle>
            <a:lvl1pPr marL="0" indent="0" algn="l" rtl="0">
              <a:buNone/>
              <a:defRPr sz="1200" b="0" baseline="0">
                <a:solidFill>
                  <a:schemeClr val="accent4"/>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416052" y="4876252"/>
            <a:ext cx="408609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Text Placeholder 3">
            <a:extLst>
              <a:ext uri="{FF2B5EF4-FFF2-40B4-BE49-F238E27FC236}">
                <a16:creationId xmlns:a16="http://schemas.microsoft.com/office/drawing/2014/main" id="{5802A9B6-1875-42C4-D522-717E7AF783A5}"/>
              </a:ext>
            </a:extLst>
          </p:cNvPr>
          <p:cNvSpPr>
            <a:spLocks noGrp="1"/>
          </p:cNvSpPr>
          <p:nvPr>
            <p:ph type="body" sz="quarter" idx="11" hasCustomPrompt="1"/>
          </p:nvPr>
        </p:nvSpPr>
        <p:spPr>
          <a:xfrm>
            <a:off x="415481" y="4874066"/>
            <a:ext cx="3799904" cy="92333"/>
          </a:xfrm>
        </p:spPr>
        <p:txBody>
          <a:bodyPr/>
          <a:lstStyle>
            <a:lvl1pPr>
              <a:defRPr sz="600"/>
            </a:lvl1pPr>
          </a:lstStyle>
          <a:p>
            <a:pPr lvl="0"/>
            <a:r>
              <a:rPr lang="en-US" err="1"/>
              <a:t>Notas</a:t>
            </a:r>
            <a:r>
              <a:rPr lang="en-US"/>
              <a:t> al pie:</a:t>
            </a:r>
          </a:p>
        </p:txBody>
      </p:sp>
      <p:sp>
        <p:nvSpPr>
          <p:cNvPr id="8" name="Marcador de contenido 7">
            <a:extLst>
              <a:ext uri="{FF2B5EF4-FFF2-40B4-BE49-F238E27FC236}">
                <a16:creationId xmlns:a16="http://schemas.microsoft.com/office/drawing/2014/main" id="{CDE9A1E6-FA19-AA18-E35A-193BDFDFBAD4}"/>
              </a:ext>
            </a:extLst>
          </p:cNvPr>
          <p:cNvSpPr>
            <a:spLocks noGrp="1"/>
          </p:cNvSpPr>
          <p:nvPr>
            <p:ph sz="quarter" idx="12"/>
          </p:nvPr>
        </p:nvSpPr>
        <p:spPr>
          <a:xfrm>
            <a:off x="415481" y="990600"/>
            <a:ext cx="3799332"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Marcador de contenido 7">
            <a:extLst>
              <a:ext uri="{FF2B5EF4-FFF2-40B4-BE49-F238E27FC236}">
                <a16:creationId xmlns:a16="http://schemas.microsoft.com/office/drawing/2014/main" id="{535E372A-0FC8-14B8-30DF-7DBEAFD616C4}"/>
              </a:ext>
            </a:extLst>
          </p:cNvPr>
          <p:cNvSpPr>
            <a:spLocks noGrp="1"/>
          </p:cNvSpPr>
          <p:nvPr>
            <p:ph sz="quarter" idx="13"/>
          </p:nvPr>
        </p:nvSpPr>
        <p:spPr>
          <a:xfrm>
            <a:off x="4886325" y="990600"/>
            <a:ext cx="3842194"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5" name="Imagen 4">
            <a:extLst>
              <a:ext uri="{FF2B5EF4-FFF2-40B4-BE49-F238E27FC236}">
                <a16:creationId xmlns:a16="http://schemas.microsoft.com/office/drawing/2014/main" id="{F280A23E-D188-55D8-5980-E077CD426E25}"/>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6360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898612377"/>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416052" y="129159"/>
            <a:ext cx="5225796" cy="577081"/>
          </a:xfrm>
        </p:spPr>
        <p:txBody>
          <a:bodyPr vert="horz">
            <a:spAutoFit/>
          </a:bodyPr>
          <a:lstStyle>
            <a:lvl1pPr rtl="0">
              <a:defRPr/>
            </a:lvl1pPr>
          </a:lstStyle>
          <a:p>
            <a:r>
              <a:rPr lang="es-ES"/>
              <a:t>Haga clic para modificar el estilo de título del patrón</a:t>
            </a:r>
            <a:endParaRPr lang="en-US"/>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5872734" y="0"/>
            <a:ext cx="3271266"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416051" y="478291"/>
            <a:ext cx="5225796" cy="184666"/>
          </a:xfrm>
          <a:prstGeom prst="rect">
            <a:avLst/>
          </a:prstGeom>
        </p:spPr>
        <p:txBody>
          <a:bodyPr wrap="square">
            <a:spAutoFit/>
          </a:bodyPr>
          <a:lstStyle>
            <a:lvl1pPr marL="0" indent="0" algn="l" rtl="0">
              <a:buNone/>
              <a:defRPr sz="1200" b="0" baseline="0">
                <a:solidFill>
                  <a:schemeClr val="accent4"/>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416052" y="4876252"/>
            <a:ext cx="5225797"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Text Placeholder 3">
            <a:extLst>
              <a:ext uri="{FF2B5EF4-FFF2-40B4-BE49-F238E27FC236}">
                <a16:creationId xmlns:a16="http://schemas.microsoft.com/office/drawing/2014/main" id="{553FBF7F-B037-E309-53F4-4FD06680174B}"/>
              </a:ext>
            </a:extLst>
          </p:cNvPr>
          <p:cNvSpPr>
            <a:spLocks noGrp="1"/>
          </p:cNvSpPr>
          <p:nvPr>
            <p:ph type="body" sz="quarter" idx="11" hasCustomPrompt="1"/>
          </p:nvPr>
        </p:nvSpPr>
        <p:spPr>
          <a:xfrm>
            <a:off x="416053" y="4874066"/>
            <a:ext cx="5225795" cy="92333"/>
          </a:xfrm>
        </p:spPr>
        <p:txBody>
          <a:bodyPr/>
          <a:lstStyle>
            <a:lvl1pPr>
              <a:defRPr sz="600"/>
            </a:lvl1pPr>
          </a:lstStyle>
          <a:p>
            <a:pPr lvl="0"/>
            <a:r>
              <a:rPr lang="en-US" err="1"/>
              <a:t>Notas</a:t>
            </a:r>
            <a:r>
              <a:rPr lang="en-US"/>
              <a:t> al pie:</a:t>
            </a:r>
          </a:p>
        </p:txBody>
      </p:sp>
      <p:sp>
        <p:nvSpPr>
          <p:cNvPr id="5" name="Marcador de contenido 7">
            <a:extLst>
              <a:ext uri="{FF2B5EF4-FFF2-40B4-BE49-F238E27FC236}">
                <a16:creationId xmlns:a16="http://schemas.microsoft.com/office/drawing/2014/main" id="{26EF1AC9-D06A-C12F-6A37-FFB6CF612E0F}"/>
              </a:ext>
            </a:extLst>
          </p:cNvPr>
          <p:cNvSpPr>
            <a:spLocks noGrp="1"/>
          </p:cNvSpPr>
          <p:nvPr>
            <p:ph sz="quarter" idx="12"/>
          </p:nvPr>
        </p:nvSpPr>
        <p:spPr>
          <a:xfrm>
            <a:off x="415480" y="990600"/>
            <a:ext cx="5226368"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contenido 7">
            <a:extLst>
              <a:ext uri="{FF2B5EF4-FFF2-40B4-BE49-F238E27FC236}">
                <a16:creationId xmlns:a16="http://schemas.microsoft.com/office/drawing/2014/main" id="{DBC4E581-26DA-216A-2900-0934E0827E6C}"/>
              </a:ext>
            </a:extLst>
          </p:cNvPr>
          <p:cNvSpPr>
            <a:spLocks noGrp="1"/>
          </p:cNvSpPr>
          <p:nvPr>
            <p:ph sz="quarter" idx="13"/>
          </p:nvPr>
        </p:nvSpPr>
        <p:spPr>
          <a:xfrm>
            <a:off x="6099756" y="990600"/>
            <a:ext cx="2628764" cy="1210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9" name="Imagen 8">
            <a:extLst>
              <a:ext uri="{FF2B5EF4-FFF2-40B4-BE49-F238E27FC236}">
                <a16:creationId xmlns:a16="http://schemas.microsoft.com/office/drawing/2014/main" id="{2D4A51AC-2EBF-7424-709C-A1D95188FB70}"/>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84595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40941229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6586062" y="0"/>
            <a:ext cx="2557938"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marL="0" marR="0" lvl="0" indent="0" algn="r" defTabSz="458058" rtl="0" eaLnBrk="1" fontAlgn="auto" latinLnBrk="0" hangingPunct="1">
              <a:lnSpc>
                <a:spcPct val="100000"/>
              </a:lnSpc>
              <a:spcBef>
                <a:spcPts val="0"/>
              </a:spcBef>
              <a:spcAft>
                <a:spcPts val="0"/>
              </a:spcAft>
              <a:buClrTx/>
              <a:buSzTx/>
              <a:buFontTx/>
              <a:buNone/>
              <a:tabLst/>
              <a:defRPr/>
            </a:pPr>
            <a:fld id="{4ABDCABE-3F10-B64C-92F1-862014417034}" type="slidenum">
              <a:rPr kumimoji="0" lang="en-US" sz="675"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458058" rtl="0" eaLnBrk="1" fontAlgn="auto" latinLnBrk="0" hangingPunct="1">
                <a:lnSpc>
                  <a:spcPct val="100000"/>
                </a:lnSpc>
                <a:spcBef>
                  <a:spcPts val="0"/>
                </a:spcBef>
                <a:spcAft>
                  <a:spcPts val="0"/>
                </a:spcAft>
                <a:buClrTx/>
                <a:buSzTx/>
                <a:buFontTx/>
                <a:buNone/>
                <a:tabLst/>
                <a:defRPr/>
              </a:pPr>
              <a:t>‹#›</a:t>
            </a:fld>
            <a:endParaRPr kumimoji="0" lang="en-US" sz="675"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416052" y="129159"/>
            <a:ext cx="5939028" cy="288541"/>
          </a:xfrm>
        </p:spPr>
        <p:txBody>
          <a:bodyPr vert="horz">
            <a:spAutoFit/>
          </a:bodyPr>
          <a:lstStyle>
            <a:lvl1pPr rtl="0">
              <a:defRPr/>
            </a:lvl1pPr>
          </a:lstStyle>
          <a:p>
            <a:r>
              <a:rPr lang="es-ES"/>
              <a:t>Haga clic para modificar el estilo de título del patrón</a:t>
            </a:r>
            <a:endParaRPr lang="en-US"/>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416051" y="478291"/>
            <a:ext cx="5939028" cy="184666"/>
          </a:xfrm>
          <a:prstGeom prst="rect">
            <a:avLst/>
          </a:prstGeom>
        </p:spPr>
        <p:txBody>
          <a:bodyPr wrap="square">
            <a:spAutoFit/>
          </a:bodyPr>
          <a:lstStyle>
            <a:lvl1pPr marL="0" indent="0" algn="l" rtl="0">
              <a:buNone/>
              <a:defRPr sz="1200" b="0" u="none" baseline="0">
                <a:solidFill>
                  <a:schemeClr val="accent4"/>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noProof="0"/>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Text Placeholder 3">
            <a:extLst>
              <a:ext uri="{FF2B5EF4-FFF2-40B4-BE49-F238E27FC236}">
                <a16:creationId xmlns:a16="http://schemas.microsoft.com/office/drawing/2014/main" id="{8AB8D36A-3D5C-D633-822F-DD1B8C78E8CF}"/>
              </a:ext>
            </a:extLst>
          </p:cNvPr>
          <p:cNvSpPr>
            <a:spLocks noGrp="1"/>
          </p:cNvSpPr>
          <p:nvPr>
            <p:ph type="body" sz="quarter" idx="11" hasCustomPrompt="1"/>
          </p:nvPr>
        </p:nvSpPr>
        <p:spPr>
          <a:xfrm>
            <a:off x="416052" y="4876252"/>
            <a:ext cx="5938457" cy="92333"/>
          </a:xfrm>
        </p:spPr>
        <p:txBody>
          <a:bodyPr/>
          <a:lstStyle>
            <a:lvl1pPr>
              <a:defRPr sz="600"/>
            </a:lvl1pPr>
          </a:lstStyle>
          <a:p>
            <a:pPr lvl="0"/>
            <a:r>
              <a:rPr lang="en-US" err="1"/>
              <a:t>Notas</a:t>
            </a:r>
            <a:r>
              <a:rPr lang="en-US"/>
              <a:t> al pie:</a:t>
            </a:r>
          </a:p>
        </p:txBody>
      </p:sp>
      <p:sp>
        <p:nvSpPr>
          <p:cNvPr id="5" name="Marcador de contenido 7">
            <a:extLst>
              <a:ext uri="{FF2B5EF4-FFF2-40B4-BE49-F238E27FC236}">
                <a16:creationId xmlns:a16="http://schemas.microsoft.com/office/drawing/2014/main" id="{B865E095-D9A7-B9F8-411A-6303653CE82E}"/>
              </a:ext>
            </a:extLst>
          </p:cNvPr>
          <p:cNvSpPr>
            <a:spLocks noGrp="1"/>
          </p:cNvSpPr>
          <p:nvPr>
            <p:ph sz="quarter" idx="12"/>
          </p:nvPr>
        </p:nvSpPr>
        <p:spPr>
          <a:xfrm>
            <a:off x="415481" y="990600"/>
            <a:ext cx="5939028"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contenido 7">
            <a:extLst>
              <a:ext uri="{FF2B5EF4-FFF2-40B4-BE49-F238E27FC236}">
                <a16:creationId xmlns:a16="http://schemas.microsoft.com/office/drawing/2014/main" id="{63595612-D1F3-9523-A769-18BF729A403E}"/>
              </a:ext>
            </a:extLst>
          </p:cNvPr>
          <p:cNvSpPr>
            <a:spLocks noGrp="1"/>
          </p:cNvSpPr>
          <p:nvPr>
            <p:ph sz="quarter" idx="13"/>
          </p:nvPr>
        </p:nvSpPr>
        <p:spPr>
          <a:xfrm>
            <a:off x="6816281" y="990600"/>
            <a:ext cx="1912239" cy="1210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8" name="Imagen 7">
            <a:extLst>
              <a:ext uri="{FF2B5EF4-FFF2-40B4-BE49-F238E27FC236}">
                <a16:creationId xmlns:a16="http://schemas.microsoft.com/office/drawing/2014/main" id="{684872FF-F7CB-F3F2-EF83-8FF411BE26CD}"/>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190335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En blanco con log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269964028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5"/>
                      <a:stretch>
                        <a:fillRect/>
                      </a:stretch>
                    </p:blipFill>
                    <p:spPr>
                      <a:xfrm>
                        <a:off x="1191" y="1191"/>
                        <a:ext cx="1191" cy="1191"/>
                      </a:xfrm>
                      <a:prstGeom prst="rect">
                        <a:avLst/>
                      </a:prstGeom>
                    </p:spPr>
                  </p:pic>
                </p:oleObj>
              </mc:Fallback>
            </mc:AlternateContent>
          </a:graphicData>
        </a:graphic>
      </p:graphicFrame>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pic>
        <p:nvPicPr>
          <p:cNvPr id="3" name="Imagen 2">
            <a:extLst>
              <a:ext uri="{FF2B5EF4-FFF2-40B4-BE49-F238E27FC236}">
                <a16:creationId xmlns:a16="http://schemas.microsoft.com/office/drawing/2014/main" id="{44A62395-1804-36B8-0802-7F26BB498E05}"/>
              </a:ext>
            </a:extLst>
          </p:cNvPr>
          <p:cNvPicPr>
            <a:picLocks noChangeAspect="1"/>
          </p:cNvPicPr>
          <p:nvPr userDrawn="1"/>
        </p:nvPicPr>
        <p:blipFill>
          <a:blip r:embed="rId6"/>
          <a:stretch>
            <a:fillRect/>
          </a:stretch>
        </p:blipFill>
        <p:spPr>
          <a:xfrm>
            <a:off x="8473677" y="104776"/>
            <a:ext cx="525068" cy="239108"/>
          </a:xfrm>
          <a:prstGeom prst="rect">
            <a:avLst/>
          </a:prstGeom>
        </p:spPr>
      </p:pic>
    </p:spTree>
    <p:extLst>
      <p:ext uri="{BB962C8B-B14F-4D97-AF65-F5344CB8AC3E}">
        <p14:creationId xmlns:p14="http://schemas.microsoft.com/office/powerpoint/2010/main" val="275105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 blanc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269964028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5"/>
                      <a:stretch>
                        <a:fillRect/>
                      </a:stretch>
                    </p:blipFill>
                    <p:spPr>
                      <a:xfrm>
                        <a:off x="1191" y="1191"/>
                        <a:ext cx="1191" cy="1191"/>
                      </a:xfrm>
                      <a:prstGeom prst="rect">
                        <a:avLst/>
                      </a:prstGeom>
                    </p:spPr>
                  </p:pic>
                </p:oleObj>
              </mc:Fallback>
            </mc:AlternateContent>
          </a:graphicData>
        </a:graphic>
      </p:graphicFrame>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Tree>
    <p:extLst>
      <p:ext uri="{BB962C8B-B14F-4D97-AF65-F5344CB8AC3E}">
        <p14:creationId xmlns:p14="http://schemas.microsoft.com/office/powerpoint/2010/main" val="423924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ortada externa">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17555369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191" y="1191"/>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33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878893" y="3724477"/>
            <a:ext cx="7295096" cy="138500"/>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a:defRPr lang="en-US" sz="900" dirty="0"/>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878893" y="3418608"/>
            <a:ext cx="7295096" cy="20774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lgn="ctr">
              <a:defRPr lang="en-US" sz="1350" dirty="0"/>
            </a:lvl1pPr>
          </a:lstStyle>
          <a:p>
            <a:pPr lvl="0"/>
            <a:r>
              <a:rPr lang="es-ES"/>
              <a:t>Haga clic para modificar el estilo de subtítulo del patrón</a:t>
            </a:r>
            <a:endParaRPr lang="en-US"/>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878893" y="2304824"/>
            <a:ext cx="7295096" cy="101566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lgn="ctr">
              <a:defRPr lang="en-US" sz="2700" cap="all" baseline="0" dirty="0"/>
            </a:lvl1pPr>
          </a:lstStyle>
          <a:p>
            <a:pPr lvl="0"/>
            <a:r>
              <a:rPr lang="es-ES"/>
              <a:t>Haga clic para modificar el estilo de título del patrón</a:t>
            </a:r>
            <a:endParaRPr lang="en-US"/>
          </a:p>
        </p:txBody>
      </p:sp>
      <p:pic>
        <p:nvPicPr>
          <p:cNvPr id="26" name="Imagen 34">
            <a:extLst>
              <a:ext uri="{FF2B5EF4-FFF2-40B4-BE49-F238E27FC236}">
                <a16:creationId xmlns:a16="http://schemas.microsoft.com/office/drawing/2014/main" id="{6F42B641-72C7-4A80-9EF6-DC0231208D41}"/>
              </a:ext>
            </a:extLst>
          </p:cNvPr>
          <p:cNvPicPr>
            <a:picLocks noChangeAspect="1"/>
          </p:cNvPicPr>
          <p:nvPr/>
        </p:nvPicPr>
        <p:blipFill>
          <a:blip r:embed="rId9"/>
          <a:stretch>
            <a:fillRect/>
          </a:stretch>
        </p:blipFill>
        <p:spPr>
          <a:xfrm>
            <a:off x="7352394" y="4609322"/>
            <a:ext cx="247143" cy="96386"/>
          </a:xfrm>
          <a:prstGeom prst="rect">
            <a:avLst/>
          </a:prstGeom>
        </p:spPr>
      </p:pic>
      <p:pic>
        <p:nvPicPr>
          <p:cNvPr id="27" name="Imagen 37">
            <a:extLst>
              <a:ext uri="{FF2B5EF4-FFF2-40B4-BE49-F238E27FC236}">
                <a16:creationId xmlns:a16="http://schemas.microsoft.com/office/drawing/2014/main" id="{3F5328A2-722F-456E-9EAE-0EE13E7B501F}"/>
              </a:ext>
            </a:extLst>
          </p:cNvPr>
          <p:cNvPicPr>
            <a:picLocks noChangeAspect="1"/>
          </p:cNvPicPr>
          <p:nvPr/>
        </p:nvPicPr>
        <p:blipFill rotWithShape="1">
          <a:blip r:embed="rId10"/>
          <a:srcRect l="84827" t="-11201" r="-444" b="13414"/>
          <a:stretch/>
        </p:blipFill>
        <p:spPr>
          <a:xfrm>
            <a:off x="874888" y="4530110"/>
            <a:ext cx="360290" cy="187334"/>
          </a:xfrm>
          <a:prstGeom prst="rect">
            <a:avLst/>
          </a:prstGeom>
        </p:spPr>
      </p:pic>
      <p:pic>
        <p:nvPicPr>
          <p:cNvPr id="28" name="Imagen 38">
            <a:extLst>
              <a:ext uri="{FF2B5EF4-FFF2-40B4-BE49-F238E27FC236}">
                <a16:creationId xmlns:a16="http://schemas.microsoft.com/office/drawing/2014/main" id="{B287E63D-6E14-451C-A9C5-E3826FA27A4F}"/>
              </a:ext>
            </a:extLst>
          </p:cNvPr>
          <p:cNvPicPr>
            <a:picLocks noChangeAspect="1"/>
          </p:cNvPicPr>
          <p:nvPr/>
        </p:nvPicPr>
        <p:blipFill rotWithShape="1">
          <a:blip r:embed="rId11"/>
          <a:srcRect l="5706" t="26602" r="5742" b="18022"/>
          <a:stretch/>
        </p:blipFill>
        <p:spPr>
          <a:xfrm>
            <a:off x="1893031" y="4564569"/>
            <a:ext cx="459644" cy="137186"/>
          </a:xfrm>
          <a:prstGeom prst="rect">
            <a:avLst/>
          </a:prstGeom>
        </p:spPr>
      </p:pic>
      <p:pic>
        <p:nvPicPr>
          <p:cNvPr id="29" name="Imagen 39">
            <a:extLst>
              <a:ext uri="{FF2B5EF4-FFF2-40B4-BE49-F238E27FC236}">
                <a16:creationId xmlns:a16="http://schemas.microsoft.com/office/drawing/2014/main" id="{EB6EA72A-57FA-4DB2-A955-9BAE0E7A0707}"/>
              </a:ext>
            </a:extLst>
          </p:cNvPr>
          <p:cNvPicPr>
            <a:picLocks noChangeAspect="1"/>
          </p:cNvPicPr>
          <p:nvPr userDrawn="1"/>
        </p:nvPicPr>
        <p:blipFill>
          <a:blip r:embed="rId12"/>
          <a:stretch>
            <a:fillRect/>
          </a:stretch>
        </p:blipFill>
        <p:spPr>
          <a:xfrm>
            <a:off x="2475300" y="4512448"/>
            <a:ext cx="613443" cy="247736"/>
          </a:xfrm>
          <a:prstGeom prst="rect">
            <a:avLst/>
          </a:prstGeom>
        </p:spPr>
      </p:pic>
      <p:pic>
        <p:nvPicPr>
          <p:cNvPr id="30" name="Imagen 40">
            <a:extLst>
              <a:ext uri="{FF2B5EF4-FFF2-40B4-BE49-F238E27FC236}">
                <a16:creationId xmlns:a16="http://schemas.microsoft.com/office/drawing/2014/main" id="{947D5DBD-FEB5-44D3-B382-35D244ADFC9B}"/>
              </a:ext>
            </a:extLst>
          </p:cNvPr>
          <p:cNvPicPr>
            <a:picLocks noChangeAspect="1"/>
          </p:cNvPicPr>
          <p:nvPr/>
        </p:nvPicPr>
        <p:blipFill rotWithShape="1">
          <a:blip r:embed="rId13"/>
          <a:srcRect l="14662" r="13810"/>
          <a:stretch/>
        </p:blipFill>
        <p:spPr>
          <a:xfrm>
            <a:off x="3706888" y="4379495"/>
            <a:ext cx="372213" cy="331739"/>
          </a:xfrm>
          <a:prstGeom prst="rect">
            <a:avLst/>
          </a:prstGeom>
        </p:spPr>
      </p:pic>
      <p:pic>
        <p:nvPicPr>
          <p:cNvPr id="31" name="Imagen 41">
            <a:extLst>
              <a:ext uri="{FF2B5EF4-FFF2-40B4-BE49-F238E27FC236}">
                <a16:creationId xmlns:a16="http://schemas.microsoft.com/office/drawing/2014/main" id="{5208EE27-308B-46F1-89B4-EEDAFB229A47}"/>
              </a:ext>
            </a:extLst>
          </p:cNvPr>
          <p:cNvPicPr>
            <a:picLocks noChangeAspect="1"/>
          </p:cNvPicPr>
          <p:nvPr/>
        </p:nvPicPr>
        <p:blipFill rotWithShape="1">
          <a:blip r:embed="rId14"/>
          <a:srcRect l="8432" t="13808" r="3866" b="22570"/>
          <a:stretch/>
        </p:blipFill>
        <p:spPr>
          <a:xfrm>
            <a:off x="5283080" y="4559995"/>
            <a:ext cx="445725" cy="149237"/>
          </a:xfrm>
          <a:prstGeom prst="rect">
            <a:avLst/>
          </a:prstGeom>
        </p:spPr>
      </p:pic>
      <p:pic>
        <p:nvPicPr>
          <p:cNvPr id="32" name="Imagen 42">
            <a:extLst>
              <a:ext uri="{FF2B5EF4-FFF2-40B4-BE49-F238E27FC236}">
                <a16:creationId xmlns:a16="http://schemas.microsoft.com/office/drawing/2014/main" id="{233CFDDD-B3E6-422D-BAF1-2D89ACE6C711}"/>
              </a:ext>
            </a:extLst>
          </p:cNvPr>
          <p:cNvPicPr>
            <a:picLocks noChangeAspect="1"/>
          </p:cNvPicPr>
          <p:nvPr/>
        </p:nvPicPr>
        <p:blipFill rotWithShape="1">
          <a:blip r:embed="rId15"/>
          <a:srcRect l="6973" t="22509" r="3652" b="29230"/>
          <a:stretch/>
        </p:blipFill>
        <p:spPr>
          <a:xfrm>
            <a:off x="4782608" y="4586213"/>
            <a:ext cx="347327" cy="107907"/>
          </a:xfrm>
          <a:prstGeom prst="rect">
            <a:avLst/>
          </a:prstGeom>
        </p:spPr>
      </p:pic>
      <p:pic>
        <p:nvPicPr>
          <p:cNvPr id="34" name="Imagen 44">
            <a:extLst>
              <a:ext uri="{FF2B5EF4-FFF2-40B4-BE49-F238E27FC236}">
                <a16:creationId xmlns:a16="http://schemas.microsoft.com/office/drawing/2014/main" id="{11D02BA1-67BA-4650-9713-690C4CF7B507}"/>
              </a:ext>
            </a:extLst>
          </p:cNvPr>
          <p:cNvPicPr>
            <a:picLocks noChangeAspect="1"/>
          </p:cNvPicPr>
          <p:nvPr/>
        </p:nvPicPr>
        <p:blipFill rotWithShape="1">
          <a:blip r:embed="rId16"/>
          <a:srcRect l="22218" r="21421"/>
          <a:stretch/>
        </p:blipFill>
        <p:spPr>
          <a:xfrm>
            <a:off x="5892269" y="4367251"/>
            <a:ext cx="372213" cy="347219"/>
          </a:xfrm>
          <a:prstGeom prst="rect">
            <a:avLst/>
          </a:prstGeom>
        </p:spPr>
      </p:pic>
      <p:pic>
        <p:nvPicPr>
          <p:cNvPr id="35" name="Imagen 45">
            <a:extLst>
              <a:ext uri="{FF2B5EF4-FFF2-40B4-BE49-F238E27FC236}">
                <a16:creationId xmlns:a16="http://schemas.microsoft.com/office/drawing/2014/main" id="{03C1B2A4-1A8F-43FE-8633-7D334FF7A3A0}"/>
              </a:ext>
            </a:extLst>
          </p:cNvPr>
          <p:cNvPicPr>
            <a:picLocks noChangeAspect="1"/>
          </p:cNvPicPr>
          <p:nvPr/>
        </p:nvPicPr>
        <p:blipFill>
          <a:blip r:embed="rId17"/>
          <a:stretch>
            <a:fillRect/>
          </a:stretch>
        </p:blipFill>
        <p:spPr>
          <a:xfrm>
            <a:off x="6734072" y="4471453"/>
            <a:ext cx="432079" cy="209048"/>
          </a:xfrm>
          <a:prstGeom prst="rect">
            <a:avLst/>
          </a:prstGeom>
        </p:spPr>
      </p:pic>
      <p:pic>
        <p:nvPicPr>
          <p:cNvPr id="36" name="Imagen 46">
            <a:extLst>
              <a:ext uri="{FF2B5EF4-FFF2-40B4-BE49-F238E27FC236}">
                <a16:creationId xmlns:a16="http://schemas.microsoft.com/office/drawing/2014/main" id="{DF6395AA-76DB-4E82-8EA6-F26F0FCE54EC}"/>
              </a:ext>
            </a:extLst>
          </p:cNvPr>
          <p:cNvPicPr>
            <a:picLocks noChangeAspect="1"/>
          </p:cNvPicPr>
          <p:nvPr/>
        </p:nvPicPr>
        <p:blipFill>
          <a:blip r:embed="rId18"/>
          <a:stretch>
            <a:fillRect/>
          </a:stretch>
        </p:blipFill>
        <p:spPr>
          <a:xfrm>
            <a:off x="6381833" y="4465567"/>
            <a:ext cx="229759" cy="278993"/>
          </a:xfrm>
          <a:prstGeom prst="rect">
            <a:avLst/>
          </a:prstGeom>
        </p:spPr>
      </p:pic>
      <p:pic>
        <p:nvPicPr>
          <p:cNvPr id="37" name="Picture 2" descr="Orange (Marruecos) - Wikipedia, la enciclopedia libre">
            <a:extLst>
              <a:ext uri="{FF2B5EF4-FFF2-40B4-BE49-F238E27FC236}">
                <a16:creationId xmlns:a16="http://schemas.microsoft.com/office/drawing/2014/main" id="{FF0697BF-A547-4ACF-A5AE-A0D72EE35EE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5145" y="4366384"/>
            <a:ext cx="311144" cy="31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6">
            <a:extLst>
              <a:ext uri="{FF2B5EF4-FFF2-40B4-BE49-F238E27FC236}">
                <a16:creationId xmlns:a16="http://schemas.microsoft.com/office/drawing/2014/main" id="{066DAB59-8D46-4F83-9F75-DD49E8C2F41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2003" y="4593940"/>
            <a:ext cx="349239" cy="8585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a:extLst>
              <a:ext uri="{FF2B5EF4-FFF2-40B4-BE49-F238E27FC236}">
                <a16:creationId xmlns:a16="http://schemas.microsoft.com/office/drawing/2014/main" id="{8E590026-32DE-4049-B235-0E2E6E08091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20748" y="4595453"/>
            <a:ext cx="355007" cy="117744"/>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Conector recto 16">
            <a:extLst>
              <a:ext uri="{FF2B5EF4-FFF2-40B4-BE49-F238E27FC236}">
                <a16:creationId xmlns:a16="http://schemas.microsoft.com/office/drawing/2014/main" id="{B570FF95-921B-42F4-9709-D28A743D6BD1}"/>
              </a:ext>
            </a:extLst>
          </p:cNvPr>
          <p:cNvCxnSpPr>
            <a:cxnSpLocks/>
          </p:cNvCxnSpPr>
          <p:nvPr/>
        </p:nvCxnSpPr>
        <p:spPr>
          <a:xfrm>
            <a:off x="405144" y="4293629"/>
            <a:ext cx="832094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1" name="Picture 6">
            <a:extLst>
              <a:ext uri="{FF2B5EF4-FFF2-40B4-BE49-F238E27FC236}">
                <a16:creationId xmlns:a16="http://schemas.microsoft.com/office/drawing/2014/main" id="{22536F12-7906-4101-A421-D8620AAB892F}"/>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15179" t="28442" r="22925" b="40654"/>
          <a:stretch/>
        </p:blipFill>
        <p:spPr bwMode="auto">
          <a:xfrm>
            <a:off x="8288661" y="4597371"/>
            <a:ext cx="452359" cy="112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Imagen 5">
            <a:extLst>
              <a:ext uri="{FF2B5EF4-FFF2-40B4-BE49-F238E27FC236}">
                <a16:creationId xmlns:a16="http://schemas.microsoft.com/office/drawing/2014/main" id="{0E8792FF-9213-4054-B952-517C454A13A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55653" y="4584583"/>
            <a:ext cx="384940" cy="10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A logo for a company&#10;&#10;Description automatically generated">
            <a:extLst>
              <a:ext uri="{FF2B5EF4-FFF2-40B4-BE49-F238E27FC236}">
                <a16:creationId xmlns:a16="http://schemas.microsoft.com/office/drawing/2014/main" id="{92A56743-1783-BB09-CE82-A76DACB722CE}"/>
              </a:ext>
            </a:extLst>
          </p:cNvPr>
          <p:cNvPicPr>
            <a:picLocks noChangeAspect="1"/>
          </p:cNvPicPr>
          <p:nvPr userDrawn="1"/>
        </p:nvPicPr>
        <p:blipFill>
          <a:blip r:embed="rId24"/>
          <a:stretch>
            <a:fillRect/>
          </a:stretch>
        </p:blipFill>
        <p:spPr>
          <a:xfrm>
            <a:off x="4278652" y="4554033"/>
            <a:ext cx="321425" cy="126214"/>
          </a:xfrm>
          <a:prstGeom prst="rect">
            <a:avLst/>
          </a:prstGeom>
        </p:spPr>
      </p:pic>
      <p:pic>
        <p:nvPicPr>
          <p:cNvPr id="8" name="Imagen 7">
            <a:extLst>
              <a:ext uri="{FF2B5EF4-FFF2-40B4-BE49-F238E27FC236}">
                <a16:creationId xmlns:a16="http://schemas.microsoft.com/office/drawing/2014/main" id="{1C7D7B5A-E031-CD13-1FE4-7276A0124DE5}"/>
              </a:ext>
            </a:extLst>
          </p:cNvPr>
          <p:cNvPicPr>
            <a:picLocks noChangeAspect="1"/>
          </p:cNvPicPr>
          <p:nvPr userDrawn="1"/>
        </p:nvPicPr>
        <p:blipFill>
          <a:blip r:embed="rId25"/>
          <a:stretch>
            <a:fillRect/>
          </a:stretch>
        </p:blipFill>
        <p:spPr>
          <a:xfrm>
            <a:off x="3206655" y="1002804"/>
            <a:ext cx="2432146" cy="1107562"/>
          </a:xfrm>
          <a:prstGeom prst="rect">
            <a:avLst/>
          </a:prstGeom>
        </p:spPr>
      </p:pic>
    </p:spTree>
    <p:extLst>
      <p:ext uri="{BB962C8B-B14F-4D97-AF65-F5344CB8AC3E}">
        <p14:creationId xmlns:p14="http://schemas.microsoft.com/office/powerpoint/2010/main" val="4152714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ortada interna">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49170687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191" y="1191"/>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33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413101" y="3382626"/>
            <a:ext cx="7295096" cy="16158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050" dirty="0"/>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413956" y="3069420"/>
            <a:ext cx="7295096" cy="23083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500" dirty="0"/>
            </a:lvl1pPr>
          </a:lstStyle>
          <a:p>
            <a:pPr lvl="0"/>
            <a:r>
              <a:rPr lang="es-ES"/>
              <a:t>Haga clic para modificar el estilo de subtítulo del patrón</a:t>
            </a:r>
            <a:endParaRPr lang="en-US"/>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413956" y="1962972"/>
            <a:ext cx="7295096" cy="101566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a:defRPr lang="en-US" sz="3300" cap="all" baseline="0" dirty="0"/>
            </a:lvl1pPr>
          </a:lstStyle>
          <a:p>
            <a:pPr lvl="0"/>
            <a:r>
              <a:rPr lang="es-ES"/>
              <a:t>Haga clic para modificar el estilo de título del patrón</a:t>
            </a:r>
            <a:endParaRPr lang="en-US"/>
          </a:p>
        </p:txBody>
      </p:sp>
      <p:pic>
        <p:nvPicPr>
          <p:cNvPr id="5" name="Imagen 4">
            <a:extLst>
              <a:ext uri="{FF2B5EF4-FFF2-40B4-BE49-F238E27FC236}">
                <a16:creationId xmlns:a16="http://schemas.microsoft.com/office/drawing/2014/main" id="{10FEE472-A556-561D-5B0F-8C5273F39BF9}"/>
              </a:ext>
            </a:extLst>
          </p:cNvPr>
          <p:cNvPicPr>
            <a:picLocks noChangeAspect="1"/>
          </p:cNvPicPr>
          <p:nvPr userDrawn="1"/>
        </p:nvPicPr>
        <p:blipFill>
          <a:blip r:embed="rId9"/>
          <a:stretch>
            <a:fillRect/>
          </a:stretch>
        </p:blipFill>
        <p:spPr>
          <a:xfrm>
            <a:off x="7050881" y="207801"/>
            <a:ext cx="1794807" cy="817328"/>
          </a:xfrm>
          <a:prstGeom prst="rect">
            <a:avLst/>
          </a:prstGeom>
        </p:spPr>
      </p:pic>
    </p:spTree>
    <p:extLst>
      <p:ext uri="{BB962C8B-B14F-4D97-AF65-F5344CB8AC3E}">
        <p14:creationId xmlns:p14="http://schemas.microsoft.com/office/powerpoint/2010/main" val="2080543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 defecto">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113184801"/>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191" y="1191"/>
                        <a:ext cx="1191" cy="1191"/>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16052" y="478291"/>
            <a:ext cx="7875893" cy="184666"/>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solidFill>
                  <a:schemeClr val="accent4"/>
                </a:solidFill>
              </a:defRPr>
            </a:lvl1pPr>
          </a:lstStyle>
          <a:p>
            <a:pPr lvl="0"/>
            <a:r>
              <a:rPr lang="es-ES"/>
              <a:t>Haga clic para modificar el estilo de subtítulo del patrón</a:t>
            </a:r>
            <a:endParaRPr lang="en-US"/>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416051" y="4876252"/>
            <a:ext cx="734364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16051" y="31198"/>
            <a:ext cx="2882504" cy="92333"/>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600" b="0" dirty="0">
                <a:cs typeface="+mn-cs"/>
              </a:defRPr>
            </a:lvl1pPr>
          </a:lstStyle>
          <a:p>
            <a:pPr lvl="0">
              <a:buNone/>
            </a:pPr>
            <a:r>
              <a:rPr lang="en-US"/>
              <a:t>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16053" y="129159"/>
            <a:ext cx="7875893" cy="28854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s-ES"/>
              <a:t>Haga clic para modificar el estilo de título del patrón</a:t>
            </a:r>
            <a:endParaRPr lang="en-US"/>
          </a:p>
        </p:txBody>
      </p:sp>
      <p:sp>
        <p:nvSpPr>
          <p:cNvPr id="4" name="Text Placeholder 3">
            <a:extLst>
              <a:ext uri="{FF2B5EF4-FFF2-40B4-BE49-F238E27FC236}">
                <a16:creationId xmlns:a16="http://schemas.microsoft.com/office/drawing/2014/main" id="{B5E57EC2-2DDB-27A3-243A-50080C823E66}"/>
              </a:ext>
            </a:extLst>
          </p:cNvPr>
          <p:cNvSpPr>
            <a:spLocks noGrp="1"/>
          </p:cNvSpPr>
          <p:nvPr>
            <p:ph type="body" sz="quarter" idx="11" hasCustomPrompt="1"/>
          </p:nvPr>
        </p:nvSpPr>
        <p:spPr>
          <a:xfrm>
            <a:off x="416052" y="4885607"/>
            <a:ext cx="7875460" cy="92333"/>
          </a:xfrm>
        </p:spPr>
        <p:txBody>
          <a:bodyPr/>
          <a:lstStyle>
            <a:lvl1pPr>
              <a:defRPr sz="600"/>
            </a:lvl1pPr>
          </a:lstStyle>
          <a:p>
            <a:pPr lvl="0"/>
            <a:r>
              <a:rPr lang="en-US" err="1"/>
              <a:t>Notas</a:t>
            </a:r>
            <a:r>
              <a:rPr lang="en-US"/>
              <a:t> al pie:</a:t>
            </a:r>
          </a:p>
        </p:txBody>
      </p:sp>
      <p:sp>
        <p:nvSpPr>
          <p:cNvPr id="6" name="Marcador de contenido 5">
            <a:extLst>
              <a:ext uri="{FF2B5EF4-FFF2-40B4-BE49-F238E27FC236}">
                <a16:creationId xmlns:a16="http://schemas.microsoft.com/office/drawing/2014/main" id="{2B8A343D-2281-EB9E-D83B-B6BCCBD0DE93}"/>
              </a:ext>
            </a:extLst>
          </p:cNvPr>
          <p:cNvSpPr>
            <a:spLocks noGrp="1"/>
          </p:cNvSpPr>
          <p:nvPr>
            <p:ph sz="quarter" idx="12"/>
          </p:nvPr>
        </p:nvSpPr>
        <p:spPr>
          <a:xfrm>
            <a:off x="415529" y="876300"/>
            <a:ext cx="8312991"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253278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445357290"/>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191" y="1191"/>
                        <a:ext cx="1191" cy="1191"/>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416052" y="1056418"/>
            <a:ext cx="2859786" cy="577081"/>
          </a:xfrm>
          <a:prstGeom prst="rect">
            <a:avLst/>
          </a:prstGeom>
        </p:spPr>
        <p:txBody>
          <a:bodyPr vert="horz" anchor="t">
            <a:noAutofit/>
          </a:bodyPr>
          <a:lstStyle>
            <a:lvl1pPr rtl="0">
              <a:lnSpc>
                <a:spcPct val="100000"/>
              </a:lnSpc>
              <a:defRPr>
                <a:ln w="6350" cap="flat">
                  <a:noFill/>
                  <a:miter lim="800000"/>
                </a:ln>
              </a:defRPr>
            </a:lvl1pPr>
          </a:lstStyle>
          <a:p>
            <a:r>
              <a:rPr lang="es-ES"/>
              <a:t>Haga clic para modificar el estilo de título del patrón</a:t>
            </a:r>
            <a:endParaRPr lang="en-US"/>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Marcador de contenido 7">
            <a:extLst>
              <a:ext uri="{FF2B5EF4-FFF2-40B4-BE49-F238E27FC236}">
                <a16:creationId xmlns:a16="http://schemas.microsoft.com/office/drawing/2014/main" id="{1BABD97E-F136-E216-0926-E44CE7859CF5}"/>
              </a:ext>
            </a:extLst>
          </p:cNvPr>
          <p:cNvSpPr>
            <a:spLocks noGrp="1"/>
          </p:cNvSpPr>
          <p:nvPr>
            <p:ph sz="quarter" idx="12"/>
          </p:nvPr>
        </p:nvSpPr>
        <p:spPr>
          <a:xfrm>
            <a:off x="2181225" y="1714500"/>
            <a:ext cx="6547295"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7491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768476360"/>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2560320" y="0"/>
            <a:ext cx="6583680"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5"/>
            </p:custDataLst>
          </p:nvPr>
        </p:nvSpPr>
        <p:spPr>
          <a:xfrm>
            <a:off x="416052" y="2744734"/>
            <a:ext cx="1885950" cy="553998"/>
          </a:xfrm>
          <a:prstGeom prst="rect">
            <a:avLst/>
          </a:prstGeom>
        </p:spPr>
        <p:txBody>
          <a:bodyPr wrap="square">
            <a:spAutoFit/>
          </a:bodyPr>
          <a:lstStyle>
            <a:lvl1pPr marL="0" indent="0" algn="l" rtl="0">
              <a:buNone/>
              <a:defRPr sz="1200" b="0" baseline="0">
                <a:solidFill>
                  <a:schemeClr val="accent4"/>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s-ES"/>
              <a:t>Haga clic para modificar el estilo de subtítulo del patrón</a:t>
            </a:r>
            <a:endParaRPr lang="en-US"/>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6"/>
            </p:custDataLst>
          </p:nvPr>
        </p:nvSpPr>
        <p:spPr>
          <a:xfrm>
            <a:off x="416052" y="4876252"/>
            <a:ext cx="200329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416052" y="31198"/>
            <a:ext cx="1885951"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11" name="2. Slide Title">
            <a:extLst>
              <a:ext uri="{FF2B5EF4-FFF2-40B4-BE49-F238E27FC236}">
                <a16:creationId xmlns:a16="http://schemas.microsoft.com/office/drawing/2014/main" id="{BD1E8CEA-59CA-420E-955C-4C9FBA24773C}"/>
              </a:ext>
            </a:extLst>
          </p:cNvPr>
          <p:cNvSpPr>
            <a:spLocks noGrp="1"/>
          </p:cNvSpPr>
          <p:nvPr>
            <p:ph type="title"/>
            <p:custDataLst>
              <p:tags r:id="rId8"/>
            </p:custDataLst>
          </p:nvPr>
        </p:nvSpPr>
        <p:spPr>
          <a:xfrm>
            <a:off x="416052" y="2058277"/>
            <a:ext cx="1885950" cy="577081"/>
          </a:xfrm>
          <a:prstGeom prst="rect">
            <a:avLst/>
          </a:prstGeom>
        </p:spPr>
        <p:txBody>
          <a:bodyPr vert="horz" wrap="square" lIns="0" tIns="0" rIns="0" bIns="0" rtlCol="0" anchor="b" anchorCtr="0">
            <a:noAutofit/>
          </a:bodyPr>
          <a:lstStyle/>
          <a:p>
            <a:pPr lvl="0"/>
            <a:r>
              <a:rPr lang="es-ES"/>
              <a:t>Haga clic para modificar el estilo de título del patrón</a:t>
            </a:r>
            <a:endParaRPr lang="en-US"/>
          </a:p>
        </p:txBody>
      </p:sp>
      <p:sp>
        <p:nvSpPr>
          <p:cNvPr id="7" name="Marcador de contenido 6">
            <a:extLst>
              <a:ext uri="{FF2B5EF4-FFF2-40B4-BE49-F238E27FC236}">
                <a16:creationId xmlns:a16="http://schemas.microsoft.com/office/drawing/2014/main" id="{64F05B9E-7337-0608-0D91-8FA0818CF462}"/>
              </a:ext>
            </a:extLst>
          </p:cNvPr>
          <p:cNvSpPr>
            <a:spLocks noGrp="1"/>
          </p:cNvSpPr>
          <p:nvPr>
            <p:ph sz="quarter" idx="11"/>
          </p:nvPr>
        </p:nvSpPr>
        <p:spPr>
          <a:xfrm>
            <a:off x="2990851" y="534805"/>
            <a:ext cx="5737622"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2" name="Imagen 1">
            <a:extLst>
              <a:ext uri="{FF2B5EF4-FFF2-40B4-BE49-F238E27FC236}">
                <a16:creationId xmlns:a16="http://schemas.microsoft.com/office/drawing/2014/main" id="{A1DFC8A1-B2FA-9CCA-F7AC-26D772BCF0FF}"/>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10643706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197391657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273552" y="0"/>
            <a:ext cx="5870448"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5"/>
            </p:custDataLst>
          </p:nvPr>
        </p:nvSpPr>
        <p:spPr>
          <a:xfrm>
            <a:off x="416052" y="2744733"/>
            <a:ext cx="2599181" cy="369332"/>
          </a:xfrm>
          <a:prstGeom prst="rect">
            <a:avLst/>
          </a:prstGeom>
        </p:spPr>
        <p:txBody>
          <a:bodyPr wrap="square">
            <a:spAutoFit/>
          </a:bodyPr>
          <a:lstStyle>
            <a:lvl1pPr marL="0" indent="0" algn="l" rtl="0">
              <a:buNone/>
              <a:defRPr sz="1200" b="0" baseline="0">
                <a:solidFill>
                  <a:schemeClr val="accent4"/>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s-ES"/>
              <a:t>Haga clic para modificar el estilo de subtítulo del patrón</a:t>
            </a:r>
            <a:endParaRPr lang="en-US"/>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6"/>
            </p:custDataLst>
          </p:nvPr>
        </p:nvSpPr>
        <p:spPr>
          <a:xfrm>
            <a:off x="416052" y="4876252"/>
            <a:ext cx="277164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416051" y="31198"/>
            <a:ext cx="2599183"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11" name="2. Slide Title">
            <a:extLst>
              <a:ext uri="{FF2B5EF4-FFF2-40B4-BE49-F238E27FC236}">
                <a16:creationId xmlns:a16="http://schemas.microsoft.com/office/drawing/2014/main" id="{B064DA18-FA54-43C0-B981-F306F40179F4}"/>
              </a:ext>
            </a:extLst>
          </p:cNvPr>
          <p:cNvSpPr>
            <a:spLocks noGrp="1"/>
          </p:cNvSpPr>
          <p:nvPr>
            <p:ph type="title"/>
            <p:custDataLst>
              <p:tags r:id="rId8"/>
            </p:custDataLst>
          </p:nvPr>
        </p:nvSpPr>
        <p:spPr>
          <a:xfrm>
            <a:off x="416052" y="2058277"/>
            <a:ext cx="2599181" cy="577081"/>
          </a:xfrm>
          <a:prstGeom prst="rect">
            <a:avLst/>
          </a:prstGeom>
        </p:spPr>
        <p:txBody>
          <a:bodyPr vert="horz" wrap="square" lIns="0" tIns="0" rIns="0" bIns="0" rtlCol="0" anchor="b" anchorCtr="0">
            <a:noAutofit/>
          </a:bodyPr>
          <a:lstStyle/>
          <a:p>
            <a:pPr lvl="0"/>
            <a:r>
              <a:rPr lang="es-ES"/>
              <a:t>Haga clic para modificar el estilo de título del patrón</a:t>
            </a:r>
            <a:endParaRPr lang="en-US"/>
          </a:p>
        </p:txBody>
      </p:sp>
      <p:sp>
        <p:nvSpPr>
          <p:cNvPr id="2" name="Marcador de contenido 6">
            <a:extLst>
              <a:ext uri="{FF2B5EF4-FFF2-40B4-BE49-F238E27FC236}">
                <a16:creationId xmlns:a16="http://schemas.microsoft.com/office/drawing/2014/main" id="{CA5A0A15-25E6-F8DC-006F-4B17564F316B}"/>
              </a:ext>
            </a:extLst>
          </p:cNvPr>
          <p:cNvSpPr>
            <a:spLocks noGrp="1"/>
          </p:cNvSpPr>
          <p:nvPr>
            <p:ph sz="quarter" idx="11"/>
          </p:nvPr>
        </p:nvSpPr>
        <p:spPr>
          <a:xfrm>
            <a:off x="3600450" y="534805"/>
            <a:ext cx="5128022"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7" name="Imagen 6">
            <a:extLst>
              <a:ext uri="{FF2B5EF4-FFF2-40B4-BE49-F238E27FC236}">
                <a16:creationId xmlns:a16="http://schemas.microsoft.com/office/drawing/2014/main" id="{47B737C7-BA7A-569E-44F9-591D7A26B63F}"/>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468952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111298988"/>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4569714" y="0"/>
            <a:ext cx="4574286"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416052" y="129159"/>
            <a:ext cx="3799332" cy="577081"/>
          </a:xfrm>
        </p:spPr>
        <p:txBody>
          <a:bodyPr vert="horz">
            <a:spAutoFit/>
          </a:bodyPr>
          <a:lstStyle>
            <a:lvl1pPr rtl="0">
              <a:defRPr/>
            </a:lvl1pPr>
          </a:lstStyle>
          <a:p>
            <a:r>
              <a:rPr lang="es-ES"/>
              <a:t>Haga clic para modificar el estilo de título del patrón</a:t>
            </a:r>
            <a:endParaRPr lang="en-US"/>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416051" y="478291"/>
            <a:ext cx="3799332" cy="184666"/>
          </a:xfrm>
          <a:prstGeom prst="rect">
            <a:avLst/>
          </a:prstGeom>
        </p:spPr>
        <p:txBody>
          <a:bodyPr wrap="square">
            <a:spAutoFit/>
          </a:bodyPr>
          <a:lstStyle>
            <a:lvl1pPr marL="0" indent="0" algn="l" rtl="0">
              <a:buNone/>
              <a:defRPr sz="1200" b="0" baseline="0">
                <a:solidFill>
                  <a:schemeClr val="accent4"/>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416052" y="4876252"/>
            <a:ext cx="408609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Text Placeholder 3">
            <a:extLst>
              <a:ext uri="{FF2B5EF4-FFF2-40B4-BE49-F238E27FC236}">
                <a16:creationId xmlns:a16="http://schemas.microsoft.com/office/drawing/2014/main" id="{5802A9B6-1875-42C4-D522-717E7AF783A5}"/>
              </a:ext>
            </a:extLst>
          </p:cNvPr>
          <p:cNvSpPr>
            <a:spLocks noGrp="1"/>
          </p:cNvSpPr>
          <p:nvPr>
            <p:ph type="body" sz="quarter" idx="11" hasCustomPrompt="1"/>
          </p:nvPr>
        </p:nvSpPr>
        <p:spPr>
          <a:xfrm>
            <a:off x="415481" y="4874066"/>
            <a:ext cx="3799904" cy="92333"/>
          </a:xfrm>
        </p:spPr>
        <p:txBody>
          <a:bodyPr/>
          <a:lstStyle>
            <a:lvl1pPr>
              <a:defRPr sz="600"/>
            </a:lvl1pPr>
          </a:lstStyle>
          <a:p>
            <a:pPr lvl="0"/>
            <a:r>
              <a:rPr lang="en-US" err="1"/>
              <a:t>Notas</a:t>
            </a:r>
            <a:r>
              <a:rPr lang="en-US"/>
              <a:t> al pie:</a:t>
            </a:r>
          </a:p>
        </p:txBody>
      </p:sp>
      <p:sp>
        <p:nvSpPr>
          <p:cNvPr id="8" name="Marcador de contenido 7">
            <a:extLst>
              <a:ext uri="{FF2B5EF4-FFF2-40B4-BE49-F238E27FC236}">
                <a16:creationId xmlns:a16="http://schemas.microsoft.com/office/drawing/2014/main" id="{CDE9A1E6-FA19-AA18-E35A-193BDFDFBAD4}"/>
              </a:ext>
            </a:extLst>
          </p:cNvPr>
          <p:cNvSpPr>
            <a:spLocks noGrp="1"/>
          </p:cNvSpPr>
          <p:nvPr>
            <p:ph sz="quarter" idx="12"/>
          </p:nvPr>
        </p:nvSpPr>
        <p:spPr>
          <a:xfrm>
            <a:off x="415481" y="990600"/>
            <a:ext cx="3799332"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9" name="Marcador de contenido 7">
            <a:extLst>
              <a:ext uri="{FF2B5EF4-FFF2-40B4-BE49-F238E27FC236}">
                <a16:creationId xmlns:a16="http://schemas.microsoft.com/office/drawing/2014/main" id="{535E372A-0FC8-14B8-30DF-7DBEAFD616C4}"/>
              </a:ext>
            </a:extLst>
          </p:cNvPr>
          <p:cNvSpPr>
            <a:spLocks noGrp="1"/>
          </p:cNvSpPr>
          <p:nvPr>
            <p:ph sz="quarter" idx="13"/>
          </p:nvPr>
        </p:nvSpPr>
        <p:spPr>
          <a:xfrm>
            <a:off x="4886325" y="990600"/>
            <a:ext cx="3842194"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5" name="Imagen 4">
            <a:extLst>
              <a:ext uri="{FF2B5EF4-FFF2-40B4-BE49-F238E27FC236}">
                <a16:creationId xmlns:a16="http://schemas.microsoft.com/office/drawing/2014/main" id="{F280A23E-D188-55D8-5980-E077CD426E25}"/>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3572675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898612377"/>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416052" y="129159"/>
            <a:ext cx="5225796" cy="577081"/>
          </a:xfrm>
        </p:spPr>
        <p:txBody>
          <a:bodyPr vert="horz">
            <a:spAutoFit/>
          </a:bodyPr>
          <a:lstStyle>
            <a:lvl1pPr rtl="0">
              <a:defRPr/>
            </a:lvl1pPr>
          </a:lstStyle>
          <a:p>
            <a:r>
              <a:rPr lang="es-ES"/>
              <a:t>Haga clic para modificar el estilo de título del patrón</a:t>
            </a:r>
            <a:endParaRPr lang="en-US"/>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5872734" y="0"/>
            <a:ext cx="3271266"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endParaRPr lang="en-US" sz="1350">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algn="r" defTabSz="458058"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58"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416051" y="478291"/>
            <a:ext cx="5225796" cy="184666"/>
          </a:xfrm>
          <a:prstGeom prst="rect">
            <a:avLst/>
          </a:prstGeom>
        </p:spPr>
        <p:txBody>
          <a:bodyPr wrap="square">
            <a:spAutoFit/>
          </a:bodyPr>
          <a:lstStyle>
            <a:lvl1pPr marL="0" indent="0" algn="l" rtl="0">
              <a:buNone/>
              <a:defRPr sz="1200" b="0" baseline="0">
                <a:solidFill>
                  <a:schemeClr val="accent4"/>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416052" y="4876252"/>
            <a:ext cx="5225797"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Text Placeholder 3">
            <a:extLst>
              <a:ext uri="{FF2B5EF4-FFF2-40B4-BE49-F238E27FC236}">
                <a16:creationId xmlns:a16="http://schemas.microsoft.com/office/drawing/2014/main" id="{553FBF7F-B037-E309-53F4-4FD06680174B}"/>
              </a:ext>
            </a:extLst>
          </p:cNvPr>
          <p:cNvSpPr>
            <a:spLocks noGrp="1"/>
          </p:cNvSpPr>
          <p:nvPr>
            <p:ph type="body" sz="quarter" idx="11" hasCustomPrompt="1"/>
          </p:nvPr>
        </p:nvSpPr>
        <p:spPr>
          <a:xfrm>
            <a:off x="416053" y="4874066"/>
            <a:ext cx="5225795" cy="92333"/>
          </a:xfrm>
        </p:spPr>
        <p:txBody>
          <a:bodyPr/>
          <a:lstStyle>
            <a:lvl1pPr>
              <a:defRPr sz="600"/>
            </a:lvl1pPr>
          </a:lstStyle>
          <a:p>
            <a:pPr lvl="0"/>
            <a:r>
              <a:rPr lang="en-US" err="1"/>
              <a:t>Notas</a:t>
            </a:r>
            <a:r>
              <a:rPr lang="en-US"/>
              <a:t> al pie:</a:t>
            </a:r>
          </a:p>
        </p:txBody>
      </p:sp>
      <p:sp>
        <p:nvSpPr>
          <p:cNvPr id="5" name="Marcador de contenido 7">
            <a:extLst>
              <a:ext uri="{FF2B5EF4-FFF2-40B4-BE49-F238E27FC236}">
                <a16:creationId xmlns:a16="http://schemas.microsoft.com/office/drawing/2014/main" id="{26EF1AC9-D06A-C12F-6A37-FFB6CF612E0F}"/>
              </a:ext>
            </a:extLst>
          </p:cNvPr>
          <p:cNvSpPr>
            <a:spLocks noGrp="1"/>
          </p:cNvSpPr>
          <p:nvPr>
            <p:ph sz="quarter" idx="12"/>
          </p:nvPr>
        </p:nvSpPr>
        <p:spPr>
          <a:xfrm>
            <a:off x="415480" y="990600"/>
            <a:ext cx="5226368"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contenido 7">
            <a:extLst>
              <a:ext uri="{FF2B5EF4-FFF2-40B4-BE49-F238E27FC236}">
                <a16:creationId xmlns:a16="http://schemas.microsoft.com/office/drawing/2014/main" id="{DBC4E581-26DA-216A-2900-0934E0827E6C}"/>
              </a:ext>
            </a:extLst>
          </p:cNvPr>
          <p:cNvSpPr>
            <a:spLocks noGrp="1"/>
          </p:cNvSpPr>
          <p:nvPr>
            <p:ph sz="quarter" idx="13"/>
          </p:nvPr>
        </p:nvSpPr>
        <p:spPr>
          <a:xfrm>
            <a:off x="6099756" y="990600"/>
            <a:ext cx="2628764" cy="1210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9" name="Imagen 8">
            <a:extLst>
              <a:ext uri="{FF2B5EF4-FFF2-40B4-BE49-F238E27FC236}">
                <a16:creationId xmlns:a16="http://schemas.microsoft.com/office/drawing/2014/main" id="{2D4A51AC-2EBF-7424-709C-A1D95188FB70}"/>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3707854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40941229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191" y="1191"/>
                        <a:ext cx="1191" cy="1191"/>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6586062" y="0"/>
            <a:ext cx="2557938" cy="51435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8484394" y="4874065"/>
            <a:ext cx="244126" cy="103875"/>
          </a:xfrm>
          <a:prstGeom prst="rect">
            <a:avLst/>
          </a:prstGeom>
          <a:noFill/>
          <a:ln w="9525" algn="ctr">
            <a:noFill/>
            <a:miter lim="800000"/>
            <a:headEnd/>
            <a:tailEnd/>
          </a:ln>
          <a:effectLst/>
        </p:spPr>
        <p:txBody>
          <a:bodyPr wrap="square" lIns="0" tIns="0" rIns="0" bIns="0" anchor="b">
            <a:spAutoFit/>
          </a:bodyPr>
          <a:lstStyle/>
          <a:p>
            <a:pPr marL="0" marR="0" lvl="0" indent="0" algn="r" defTabSz="458058" rtl="0" eaLnBrk="1" fontAlgn="auto" latinLnBrk="0" hangingPunct="1">
              <a:lnSpc>
                <a:spcPct val="100000"/>
              </a:lnSpc>
              <a:spcBef>
                <a:spcPts val="0"/>
              </a:spcBef>
              <a:spcAft>
                <a:spcPts val="0"/>
              </a:spcAft>
              <a:buClrTx/>
              <a:buSzTx/>
              <a:buFontTx/>
              <a:buNone/>
              <a:tabLst/>
              <a:defRPr/>
            </a:pPr>
            <a:fld id="{4ABDCABE-3F10-B64C-92F1-862014417034}" type="slidenum">
              <a:rPr kumimoji="0" lang="en-US" sz="675" b="0" i="0" u="none" strike="noStrike" kern="1200" cap="none" spc="0" normalizeH="0" baseline="0" noProof="0" smtClean="0">
                <a:ln>
                  <a:noFill/>
                </a:ln>
                <a:solidFill>
                  <a:schemeClr val="tx1"/>
                </a:solidFill>
                <a:effectLst/>
                <a:uLnTx/>
                <a:uFillTx/>
                <a:latin typeface="+mn-lt"/>
                <a:ea typeface="+mn-ea"/>
                <a:cs typeface="Arial" panose="020B0604020202020204" pitchFamily="34" charset="0"/>
              </a:rPr>
              <a:pPr marL="0" marR="0" lvl="0" indent="0" algn="r" defTabSz="458058" rtl="0" eaLnBrk="1" fontAlgn="auto" latinLnBrk="0" hangingPunct="1">
                <a:lnSpc>
                  <a:spcPct val="100000"/>
                </a:lnSpc>
                <a:spcBef>
                  <a:spcPts val="0"/>
                </a:spcBef>
                <a:spcAft>
                  <a:spcPts val="0"/>
                </a:spcAft>
                <a:buClrTx/>
                <a:buSzTx/>
                <a:buFontTx/>
                <a:buNone/>
                <a:tabLst/>
                <a:defRPr/>
              </a:pPr>
              <a:t>‹#›</a:t>
            </a:fld>
            <a:endParaRPr kumimoji="0" lang="en-US" sz="675" b="0" i="0" u="none" strike="noStrike" kern="1200" cap="none" spc="0" normalizeH="0" baseline="0" noProof="0">
              <a:ln>
                <a:noFill/>
              </a:ln>
              <a:solidFill>
                <a:schemeClr val="tx1"/>
              </a:solidFill>
              <a:effectLst/>
              <a:uLnTx/>
              <a:uFillTx/>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416052" y="129159"/>
            <a:ext cx="5939028" cy="288541"/>
          </a:xfrm>
        </p:spPr>
        <p:txBody>
          <a:bodyPr vert="horz">
            <a:spAutoFit/>
          </a:bodyPr>
          <a:lstStyle>
            <a:lvl1pPr rtl="0">
              <a:defRPr/>
            </a:lvl1pPr>
          </a:lstStyle>
          <a:p>
            <a:r>
              <a:rPr lang="es-ES"/>
              <a:t>Haga clic para modificar el estilo de título del patrón</a:t>
            </a:r>
            <a:endParaRPr lang="en-US"/>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416051" y="478291"/>
            <a:ext cx="5939028" cy="184666"/>
          </a:xfrm>
          <a:prstGeom prst="rect">
            <a:avLst/>
          </a:prstGeom>
        </p:spPr>
        <p:txBody>
          <a:bodyPr wrap="square">
            <a:spAutoFit/>
          </a:bodyPr>
          <a:lstStyle>
            <a:lvl1pPr marL="0" indent="0" algn="l" rtl="0">
              <a:buNone/>
              <a:defRPr sz="1200" b="0" u="none" baseline="0">
                <a:solidFill>
                  <a:schemeClr val="accent4"/>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noProof="0"/>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416051" y="31198"/>
            <a:ext cx="2882504" cy="92333"/>
          </a:xfrm>
          <a:prstGeom prst="rect">
            <a:avLst/>
          </a:prstGeom>
          <a:ln w="6350">
            <a:noFill/>
            <a:miter lim="800000"/>
          </a:ln>
        </p:spPr>
        <p:txBody>
          <a:bodyPr vert="horz" wrap="square" lIns="0" tIns="0" rIns="0" bIns="0" rtlCol="0">
            <a:spAutoFit/>
          </a:bodyPr>
          <a:lstStyle>
            <a:lvl1pPr rtl="0">
              <a:defRPr lang="en-US" sz="600" b="0" dirty="0">
                <a:cs typeface="+mn-cs"/>
              </a:defRPr>
            </a:lvl1pPr>
          </a:lstStyle>
          <a:p>
            <a:pPr lvl="0">
              <a:buNone/>
            </a:pPr>
            <a:r>
              <a:rPr lang="en-US"/>
              <a:t>Tracker</a:t>
            </a:r>
          </a:p>
        </p:txBody>
      </p:sp>
      <p:sp>
        <p:nvSpPr>
          <p:cNvPr id="2" name="Text Placeholder 3">
            <a:extLst>
              <a:ext uri="{FF2B5EF4-FFF2-40B4-BE49-F238E27FC236}">
                <a16:creationId xmlns:a16="http://schemas.microsoft.com/office/drawing/2014/main" id="{8AB8D36A-3D5C-D633-822F-DD1B8C78E8CF}"/>
              </a:ext>
            </a:extLst>
          </p:cNvPr>
          <p:cNvSpPr>
            <a:spLocks noGrp="1"/>
          </p:cNvSpPr>
          <p:nvPr>
            <p:ph type="body" sz="quarter" idx="11" hasCustomPrompt="1"/>
          </p:nvPr>
        </p:nvSpPr>
        <p:spPr>
          <a:xfrm>
            <a:off x="416052" y="4876252"/>
            <a:ext cx="5938457" cy="92333"/>
          </a:xfrm>
        </p:spPr>
        <p:txBody>
          <a:bodyPr/>
          <a:lstStyle>
            <a:lvl1pPr>
              <a:defRPr sz="600"/>
            </a:lvl1pPr>
          </a:lstStyle>
          <a:p>
            <a:pPr lvl="0"/>
            <a:r>
              <a:rPr lang="en-US" err="1"/>
              <a:t>Notas</a:t>
            </a:r>
            <a:r>
              <a:rPr lang="en-US"/>
              <a:t> al pie:</a:t>
            </a:r>
          </a:p>
        </p:txBody>
      </p:sp>
      <p:sp>
        <p:nvSpPr>
          <p:cNvPr id="5" name="Marcador de contenido 7">
            <a:extLst>
              <a:ext uri="{FF2B5EF4-FFF2-40B4-BE49-F238E27FC236}">
                <a16:creationId xmlns:a16="http://schemas.microsoft.com/office/drawing/2014/main" id="{B865E095-D9A7-B9F8-411A-6303653CE82E}"/>
              </a:ext>
            </a:extLst>
          </p:cNvPr>
          <p:cNvSpPr>
            <a:spLocks noGrp="1"/>
          </p:cNvSpPr>
          <p:nvPr>
            <p:ph sz="quarter" idx="12"/>
          </p:nvPr>
        </p:nvSpPr>
        <p:spPr>
          <a:xfrm>
            <a:off x="415481" y="990600"/>
            <a:ext cx="5939028"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contenido 7">
            <a:extLst>
              <a:ext uri="{FF2B5EF4-FFF2-40B4-BE49-F238E27FC236}">
                <a16:creationId xmlns:a16="http://schemas.microsoft.com/office/drawing/2014/main" id="{63595612-D1F3-9523-A769-18BF729A403E}"/>
              </a:ext>
            </a:extLst>
          </p:cNvPr>
          <p:cNvSpPr>
            <a:spLocks noGrp="1"/>
          </p:cNvSpPr>
          <p:nvPr>
            <p:ph sz="quarter" idx="13"/>
          </p:nvPr>
        </p:nvSpPr>
        <p:spPr>
          <a:xfrm>
            <a:off x="6816281" y="990600"/>
            <a:ext cx="1912239" cy="1210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8" name="Imagen 7">
            <a:extLst>
              <a:ext uri="{FF2B5EF4-FFF2-40B4-BE49-F238E27FC236}">
                <a16:creationId xmlns:a16="http://schemas.microsoft.com/office/drawing/2014/main" id="{684872FF-F7CB-F3F2-EF83-8FF411BE26CD}"/>
              </a:ext>
            </a:extLst>
          </p:cNvPr>
          <p:cNvPicPr>
            <a:picLocks noChangeAspect="1"/>
          </p:cNvPicPr>
          <p:nvPr userDrawn="1"/>
        </p:nvPicPr>
        <p:blipFill>
          <a:blip r:embed="rId12"/>
          <a:stretch>
            <a:fillRect/>
          </a:stretch>
        </p:blipFill>
        <p:spPr>
          <a:xfrm>
            <a:off x="8473677" y="104776"/>
            <a:ext cx="525068" cy="239108"/>
          </a:xfrm>
          <a:prstGeom prst="rect">
            <a:avLst/>
          </a:prstGeom>
        </p:spPr>
      </p:pic>
    </p:spTree>
    <p:extLst>
      <p:ext uri="{BB962C8B-B14F-4D97-AF65-F5344CB8AC3E}">
        <p14:creationId xmlns:p14="http://schemas.microsoft.com/office/powerpoint/2010/main" val="4667504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 blanco con log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269964028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5"/>
                      <a:stretch>
                        <a:fillRect/>
                      </a:stretch>
                    </p:blipFill>
                    <p:spPr>
                      <a:xfrm>
                        <a:off x="1191" y="1191"/>
                        <a:ext cx="1191" cy="1191"/>
                      </a:xfrm>
                      <a:prstGeom prst="rect">
                        <a:avLst/>
                      </a:prstGeom>
                    </p:spPr>
                  </p:pic>
                </p:oleObj>
              </mc:Fallback>
            </mc:AlternateContent>
          </a:graphicData>
        </a:graphic>
      </p:graphicFrame>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pic>
        <p:nvPicPr>
          <p:cNvPr id="3" name="Imagen 2">
            <a:extLst>
              <a:ext uri="{FF2B5EF4-FFF2-40B4-BE49-F238E27FC236}">
                <a16:creationId xmlns:a16="http://schemas.microsoft.com/office/drawing/2014/main" id="{44A62395-1804-36B8-0802-7F26BB498E05}"/>
              </a:ext>
            </a:extLst>
          </p:cNvPr>
          <p:cNvPicPr>
            <a:picLocks noChangeAspect="1"/>
          </p:cNvPicPr>
          <p:nvPr userDrawn="1"/>
        </p:nvPicPr>
        <p:blipFill>
          <a:blip r:embed="rId6"/>
          <a:stretch>
            <a:fillRect/>
          </a:stretch>
        </p:blipFill>
        <p:spPr>
          <a:xfrm>
            <a:off x="8473677" y="104776"/>
            <a:ext cx="525068" cy="239108"/>
          </a:xfrm>
          <a:prstGeom prst="rect">
            <a:avLst/>
          </a:prstGeom>
        </p:spPr>
      </p:pic>
    </p:spTree>
    <p:extLst>
      <p:ext uri="{BB962C8B-B14F-4D97-AF65-F5344CB8AC3E}">
        <p14:creationId xmlns:p14="http://schemas.microsoft.com/office/powerpoint/2010/main" val="1970327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 blanco">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269964028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5"/>
                      <a:stretch>
                        <a:fillRect/>
                      </a:stretch>
                    </p:blipFill>
                    <p:spPr>
                      <a:xfrm>
                        <a:off x="1191" y="1191"/>
                        <a:ext cx="1191" cy="1191"/>
                      </a:xfrm>
                      <a:prstGeom prst="rect">
                        <a:avLst/>
                      </a:prstGeom>
                    </p:spPr>
                  </p:pic>
                </p:oleObj>
              </mc:Fallback>
            </mc:AlternateContent>
          </a:graphicData>
        </a:graphic>
      </p:graphicFrame>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416052" y="4876252"/>
            <a:ext cx="5458396"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Tree>
    <p:extLst>
      <p:ext uri="{BB962C8B-B14F-4D97-AF65-F5344CB8AC3E}">
        <p14:creationId xmlns:p14="http://schemas.microsoft.com/office/powerpoint/2010/main" val="34812871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907711-A66A-0007-3F87-CB5ED395042B}"/>
              </a:ext>
            </a:extLst>
          </p:cNvPr>
          <p:cNvSpPr>
            <a:spLocks noGrp="1"/>
          </p:cNvSpPr>
          <p:nvPr>
            <p:ph type="ctrTitle"/>
          </p:nvPr>
        </p:nvSpPr>
        <p:spPr>
          <a:xfrm>
            <a:off x="1143000" y="841772"/>
            <a:ext cx="6858000" cy="1790700"/>
          </a:xfrm>
        </p:spPr>
        <p:txBody>
          <a:bodyPr anchor="b"/>
          <a:lstStyle>
            <a:lvl1pPr algn="ctr">
              <a:defRPr sz="45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3468564-BB7E-352D-BB0A-885B2FB7765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4F6BABD-FBC5-3A08-9824-D1C15C919815}"/>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5" name="Marcador de pie de página 4">
            <a:extLst>
              <a:ext uri="{FF2B5EF4-FFF2-40B4-BE49-F238E27FC236}">
                <a16:creationId xmlns:a16="http://schemas.microsoft.com/office/drawing/2014/main" id="{88A3DA79-2C6B-329B-4FC3-9C63F2398D3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6BF0452-02BA-FD84-C1E2-F16AB0886EE2}"/>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4278542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E7D6DA-86F2-F81F-99CA-B0DB892C10D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76E21CE-5D10-8CEB-492F-44BE63FDF6C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D994479-5FB7-FA0F-909B-C786C1A35B4F}"/>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5" name="Marcador de pie de página 4">
            <a:extLst>
              <a:ext uri="{FF2B5EF4-FFF2-40B4-BE49-F238E27FC236}">
                <a16:creationId xmlns:a16="http://schemas.microsoft.com/office/drawing/2014/main" id="{E29B7991-6049-A0F1-1C1A-CF366C27FA2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88F03BE-3F8A-F138-3ADD-F2D891EA07B2}"/>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29921644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33877D-84CB-498E-9D4C-E946DC3F9A4E}"/>
              </a:ext>
            </a:extLst>
          </p:cNvPr>
          <p:cNvSpPr>
            <a:spLocks noGrp="1"/>
          </p:cNvSpPr>
          <p:nvPr>
            <p:ph type="title"/>
          </p:nvPr>
        </p:nvSpPr>
        <p:spPr>
          <a:xfrm>
            <a:off x="623888" y="1282304"/>
            <a:ext cx="7886700" cy="2139553"/>
          </a:xfrm>
        </p:spPr>
        <p:txBody>
          <a:bodyPr anchor="b"/>
          <a:lstStyle>
            <a:lvl1pPr>
              <a:defRPr sz="45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6309C2-3769-5CF1-319B-9DCE2EA2071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D1FB081-EEB1-45A9-7286-42334BD51DB6}"/>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5" name="Marcador de pie de página 4">
            <a:extLst>
              <a:ext uri="{FF2B5EF4-FFF2-40B4-BE49-F238E27FC236}">
                <a16:creationId xmlns:a16="http://schemas.microsoft.com/office/drawing/2014/main" id="{B75AD78A-9EFD-EABF-D781-760B1D9270E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BE99959-7B13-6168-AD3D-65C2EF2B584C}"/>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5874106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40F1FB-2DA1-E4DC-9C27-2B7E74BFC5A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E549500-4AEE-EB61-3E9F-24D21E48F05A}"/>
              </a:ext>
            </a:extLst>
          </p:cNvPr>
          <p:cNvSpPr>
            <a:spLocks noGrp="1"/>
          </p:cNvSpPr>
          <p:nvPr>
            <p:ph sz="half" idx="1"/>
          </p:nvPr>
        </p:nvSpPr>
        <p:spPr>
          <a:xfrm>
            <a:off x="628650" y="1369219"/>
            <a:ext cx="3886200" cy="326350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601EB90-450B-4A55-5483-5320257DFFFA}"/>
              </a:ext>
            </a:extLst>
          </p:cNvPr>
          <p:cNvSpPr>
            <a:spLocks noGrp="1"/>
          </p:cNvSpPr>
          <p:nvPr>
            <p:ph sz="half" idx="2"/>
          </p:nvPr>
        </p:nvSpPr>
        <p:spPr>
          <a:xfrm>
            <a:off x="4629150" y="1369219"/>
            <a:ext cx="3886200" cy="326350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207D0D3F-27CB-FAD5-5A42-311FC30B6352}"/>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6" name="Marcador de pie de página 5">
            <a:extLst>
              <a:ext uri="{FF2B5EF4-FFF2-40B4-BE49-F238E27FC236}">
                <a16:creationId xmlns:a16="http://schemas.microsoft.com/office/drawing/2014/main" id="{B05D1DB1-7AD0-A66F-B555-262CD33F1C6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E68D21E-9415-CECB-6BC7-215DCF2516DA}"/>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16138739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9EBBC-E045-70BA-6AC4-9D88890F9E27}"/>
              </a:ext>
            </a:extLst>
          </p:cNvPr>
          <p:cNvSpPr>
            <a:spLocks noGrp="1"/>
          </p:cNvSpPr>
          <p:nvPr>
            <p:ph type="title"/>
          </p:nvPr>
        </p:nvSpPr>
        <p:spPr>
          <a:xfrm>
            <a:off x="629841" y="273844"/>
            <a:ext cx="7886700" cy="994172"/>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1D2D542-5F4E-5EC7-EFA7-444A9CEF8B5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AC8B515-7067-52B5-5798-593F71D109B9}"/>
              </a:ext>
            </a:extLst>
          </p:cNvPr>
          <p:cNvSpPr>
            <a:spLocks noGrp="1"/>
          </p:cNvSpPr>
          <p:nvPr>
            <p:ph sz="half" idx="2"/>
          </p:nvPr>
        </p:nvSpPr>
        <p:spPr>
          <a:xfrm>
            <a:off x="629842" y="1878806"/>
            <a:ext cx="3868340" cy="276344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11D1C23-0119-B025-52E2-CD4DF2C894E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C047169-23ED-FA74-4A7E-2E04CF34E5AA}"/>
              </a:ext>
            </a:extLst>
          </p:cNvPr>
          <p:cNvSpPr>
            <a:spLocks noGrp="1"/>
          </p:cNvSpPr>
          <p:nvPr>
            <p:ph sz="quarter" idx="4"/>
          </p:nvPr>
        </p:nvSpPr>
        <p:spPr>
          <a:xfrm>
            <a:off x="4629150" y="1878806"/>
            <a:ext cx="3887391" cy="276344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8BCCC9D9-2D46-5D85-6C33-EBD6B1D8906E}"/>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8" name="Marcador de pie de página 7">
            <a:extLst>
              <a:ext uri="{FF2B5EF4-FFF2-40B4-BE49-F238E27FC236}">
                <a16:creationId xmlns:a16="http://schemas.microsoft.com/office/drawing/2014/main" id="{C20DCEF4-6E7E-C6AE-B1A3-747DCA52C88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23B5C043-34BA-C155-3DAB-AF9F0D900FB5}"/>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440903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D4837C-5300-E589-F944-3112DA6B2C1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643231B-682E-78DF-10D3-C820769F82B0}"/>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4" name="Marcador de pie de página 3">
            <a:extLst>
              <a:ext uri="{FF2B5EF4-FFF2-40B4-BE49-F238E27FC236}">
                <a16:creationId xmlns:a16="http://schemas.microsoft.com/office/drawing/2014/main" id="{E131A5F0-1C8F-A7A9-D184-461705599F93}"/>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3EA8A2D-F919-6CDB-EB4F-A715DE7732C9}"/>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4139139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4476E6F-AAC6-2520-BF31-65C4D98959A7}"/>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3" name="Marcador de pie de página 2">
            <a:extLst>
              <a:ext uri="{FF2B5EF4-FFF2-40B4-BE49-F238E27FC236}">
                <a16:creationId xmlns:a16="http://schemas.microsoft.com/office/drawing/2014/main" id="{784EDBFB-0460-DB60-C0A5-35AD96F4C536}"/>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0D1860CB-64B1-74F5-D0BD-E2EADC35D501}"/>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27526765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2923FB-ACC1-82C3-9589-349932A6078F}"/>
              </a:ext>
            </a:extLst>
          </p:cNvPr>
          <p:cNvSpPr>
            <a:spLocks noGrp="1"/>
          </p:cNvSpPr>
          <p:nvPr>
            <p:ph type="title"/>
          </p:nvPr>
        </p:nvSpPr>
        <p:spPr>
          <a:xfrm>
            <a:off x="629841" y="342900"/>
            <a:ext cx="2949178" cy="1200150"/>
          </a:xfrm>
        </p:spPr>
        <p:txBody>
          <a:bodyPr anchor="b"/>
          <a:lstStyle>
            <a:lvl1pPr>
              <a:defRPr sz="24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ABF602D-B635-EB13-3E15-8DB77F1CD488}"/>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0B32274B-0F98-3473-C289-9E0440129C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D5A4BE6-891E-88BB-9D78-C0753A124AC7}"/>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6" name="Marcador de pie de página 5">
            <a:extLst>
              <a:ext uri="{FF2B5EF4-FFF2-40B4-BE49-F238E27FC236}">
                <a16:creationId xmlns:a16="http://schemas.microsoft.com/office/drawing/2014/main" id="{99819FF0-C228-F821-CE42-1F82D43BE2C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DE9287-2C1F-1951-4AAB-A2B07C93D2D9}"/>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37789885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CD714-F676-3434-048A-295FBBF5C788}"/>
              </a:ext>
            </a:extLst>
          </p:cNvPr>
          <p:cNvSpPr>
            <a:spLocks noGrp="1"/>
          </p:cNvSpPr>
          <p:nvPr>
            <p:ph type="title"/>
          </p:nvPr>
        </p:nvSpPr>
        <p:spPr>
          <a:xfrm>
            <a:off x="629841" y="342900"/>
            <a:ext cx="2949178" cy="1200150"/>
          </a:xfrm>
        </p:spPr>
        <p:txBody>
          <a:bodyPr anchor="b"/>
          <a:lstStyle>
            <a:lvl1pPr>
              <a:defRPr sz="24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7B1C4DD-DD82-38AA-1247-554E82179119}"/>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p>
        </p:txBody>
      </p:sp>
      <p:sp>
        <p:nvSpPr>
          <p:cNvPr id="4" name="Marcador de texto 3">
            <a:extLst>
              <a:ext uri="{FF2B5EF4-FFF2-40B4-BE49-F238E27FC236}">
                <a16:creationId xmlns:a16="http://schemas.microsoft.com/office/drawing/2014/main" id="{63BFDE05-2AF1-65AA-CBAC-BD934730D9F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F6E96D2-F3AA-CB23-A7BA-7928ECC0613D}"/>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6" name="Marcador de pie de página 5">
            <a:extLst>
              <a:ext uri="{FF2B5EF4-FFF2-40B4-BE49-F238E27FC236}">
                <a16:creationId xmlns:a16="http://schemas.microsoft.com/office/drawing/2014/main" id="{7645DF88-6399-9910-E645-596F972F193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29F7826-CC94-7E61-2B57-6B06583E4927}"/>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16306156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CF9D0A-340C-0CD6-4AF2-45FD63F94B5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E14AC0A9-20BF-8E0E-980E-B287DB43DD1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3A15DB9-5D0B-CE59-2AFF-D8BE27185369}"/>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5" name="Marcador de pie de página 4">
            <a:extLst>
              <a:ext uri="{FF2B5EF4-FFF2-40B4-BE49-F238E27FC236}">
                <a16:creationId xmlns:a16="http://schemas.microsoft.com/office/drawing/2014/main" id="{B550EBDB-42E2-1866-8359-92B96F691A0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C1B1852-528D-24C9-1782-6D88EAC07021}"/>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28102011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8DB499C-2851-1342-F5EB-E1DBC06F5FA6}"/>
              </a:ext>
            </a:extLst>
          </p:cNvPr>
          <p:cNvSpPr>
            <a:spLocks noGrp="1"/>
          </p:cNvSpPr>
          <p:nvPr>
            <p:ph type="title" orient="vert"/>
          </p:nvPr>
        </p:nvSpPr>
        <p:spPr>
          <a:xfrm>
            <a:off x="6543675" y="273844"/>
            <a:ext cx="1971675" cy="4358879"/>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C5FA28B-2C00-0767-3132-D219704D28B5}"/>
              </a:ext>
            </a:extLst>
          </p:cNvPr>
          <p:cNvSpPr>
            <a:spLocks noGrp="1"/>
          </p:cNvSpPr>
          <p:nvPr>
            <p:ph type="body" orient="vert" idx="1"/>
          </p:nvPr>
        </p:nvSpPr>
        <p:spPr>
          <a:xfrm>
            <a:off x="628650" y="273844"/>
            <a:ext cx="5800725" cy="435887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E73BC52-2E08-5179-33B0-5882FE2798CE}"/>
              </a:ext>
            </a:extLst>
          </p:cNvPr>
          <p:cNvSpPr>
            <a:spLocks noGrp="1"/>
          </p:cNvSpPr>
          <p:nvPr>
            <p:ph type="dt" sz="half" idx="10"/>
          </p:nvPr>
        </p:nvSpPr>
        <p:spPr/>
        <p:txBody>
          <a:bodyPr/>
          <a:lstStyle/>
          <a:p>
            <a:fld id="{4AA6D716-189C-44F3-98A9-75C424B26598}" type="datetimeFigureOut">
              <a:rPr lang="es-ES" smtClean="0"/>
              <a:t>06/10/2026</a:t>
            </a:fld>
            <a:endParaRPr lang="es-ES"/>
          </a:p>
        </p:txBody>
      </p:sp>
      <p:sp>
        <p:nvSpPr>
          <p:cNvPr id="5" name="Marcador de pie de página 4">
            <a:extLst>
              <a:ext uri="{FF2B5EF4-FFF2-40B4-BE49-F238E27FC236}">
                <a16:creationId xmlns:a16="http://schemas.microsoft.com/office/drawing/2014/main" id="{C777BAAA-EB0D-0130-1F23-9099B5FA88A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2CE2DF3-30CA-5842-BD41-DE556093C43E}"/>
              </a:ext>
            </a:extLst>
          </p:cNvPr>
          <p:cNvSpPr>
            <a:spLocks noGrp="1"/>
          </p:cNvSpPr>
          <p:nvPr>
            <p:ph type="sldNum" sz="quarter" idx="12"/>
          </p:nvPr>
        </p:nvSpPr>
        <p:spPr/>
        <p:txBody>
          <a:bodyPr/>
          <a:lstStyle/>
          <a:p>
            <a:fld id="{2E398B20-7307-4646-A63E-99036DD4BFFF}" type="slidenum">
              <a:rPr lang="es-ES" smtClean="0"/>
              <a:t>‹#›</a:t>
            </a:fld>
            <a:endParaRPr lang="es-ES"/>
          </a:p>
        </p:txBody>
      </p:sp>
    </p:spTree>
    <p:extLst>
      <p:ext uri="{BB962C8B-B14F-4D97-AF65-F5344CB8AC3E}">
        <p14:creationId xmlns:p14="http://schemas.microsoft.com/office/powerpoint/2010/main" val="37530702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Por defecto">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113184801"/>
              </p:ext>
            </p:ext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192" y="1192"/>
                        <a:ext cx="1191" cy="1191"/>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1" y="1"/>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416053" y="478291"/>
            <a:ext cx="7875893" cy="29084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solidFill>
                  <a:schemeClr val="accent4"/>
                </a:solidFill>
              </a:defRPr>
            </a:lvl1pPr>
          </a:lstStyle>
          <a:p>
            <a:pPr lvl="0"/>
            <a:r>
              <a:rPr lang="es-ES"/>
              <a:t>Haga clic para modificar el estilo de subtítulo del patrón</a:t>
            </a:r>
            <a:endParaRPr lang="en-US"/>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8484395" y="4874066"/>
            <a:ext cx="244126" cy="103875"/>
          </a:xfrm>
          <a:prstGeom prst="rect">
            <a:avLst/>
          </a:prstGeom>
          <a:noFill/>
          <a:ln w="9525" algn="ctr">
            <a:noFill/>
            <a:miter lim="800000"/>
            <a:headEnd/>
            <a:tailEnd/>
          </a:ln>
          <a:effectLst/>
        </p:spPr>
        <p:txBody>
          <a:bodyPr wrap="square" lIns="0" tIns="0" rIns="0" bIns="0" anchor="b">
            <a:spAutoFit/>
          </a:bodyPr>
          <a:lstStyle/>
          <a:p>
            <a:pPr algn="r" defTabSz="458047" rtl="0" fontAlgn="auto">
              <a:spcBef>
                <a:spcPts val="0"/>
              </a:spcBef>
              <a:spcAft>
                <a:spcPts val="0"/>
              </a:spcAft>
              <a:defRPr/>
            </a:pPr>
            <a:fld id="{4ABDCABE-3F10-B64C-92F1-862014417034}" type="slidenum">
              <a:rPr lang="en-US" sz="675" b="0" smtClean="0">
                <a:solidFill>
                  <a:schemeClr val="tx1"/>
                </a:solidFill>
                <a:latin typeface="+mn-lt"/>
                <a:ea typeface="+mn-ea"/>
                <a:cs typeface="Arial" panose="020B0604020202020204" pitchFamily="34" charset="0"/>
              </a:rPr>
              <a:pPr algn="r" defTabSz="458047" rtl="0" fontAlgn="auto">
                <a:spcBef>
                  <a:spcPts val="0"/>
                </a:spcBef>
                <a:spcAft>
                  <a:spcPts val="0"/>
                </a:spcAft>
                <a:defRPr/>
              </a:pPr>
              <a:t>‹#›</a:t>
            </a:fld>
            <a:endParaRPr lang="en-US" sz="675"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416051" y="4876252"/>
            <a:ext cx="7343649" cy="14686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txBody>
          <a:bodyPr vert="horz" wrap="square" lIns="27000" tIns="27000" rIns="27000" bIns="2700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6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416052" y="31199"/>
            <a:ext cx="2882504" cy="83100"/>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600" b="0" dirty="0">
                <a:cs typeface="+mn-cs"/>
              </a:defRPr>
            </a:lvl1pPr>
          </a:lstStyle>
          <a:p>
            <a:pPr lvl="0">
              <a:buNone/>
            </a:pPr>
            <a:r>
              <a:rPr lang="en-US"/>
              <a:t>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416054" y="129160"/>
            <a:ext cx="7875893" cy="914096"/>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dirty="0"/>
            </a:lvl1pPr>
          </a:lstStyle>
          <a:p>
            <a:pPr lvl="0"/>
            <a:r>
              <a:rPr lang="es-ES"/>
              <a:t>Haga clic para modificar el estilo de título del patrón</a:t>
            </a:r>
            <a:endParaRPr lang="en-US"/>
          </a:p>
        </p:txBody>
      </p:sp>
      <p:sp>
        <p:nvSpPr>
          <p:cNvPr id="4" name="Text Placeholder 3">
            <a:extLst>
              <a:ext uri="{FF2B5EF4-FFF2-40B4-BE49-F238E27FC236}">
                <a16:creationId xmlns:a16="http://schemas.microsoft.com/office/drawing/2014/main" id="{B5E57EC2-2DDB-27A3-243A-50080C823E66}"/>
              </a:ext>
            </a:extLst>
          </p:cNvPr>
          <p:cNvSpPr>
            <a:spLocks noGrp="1"/>
          </p:cNvSpPr>
          <p:nvPr>
            <p:ph type="body" sz="quarter" idx="11" hasCustomPrompt="1"/>
          </p:nvPr>
        </p:nvSpPr>
        <p:spPr>
          <a:xfrm>
            <a:off x="416052" y="4885608"/>
            <a:ext cx="7875460" cy="92333"/>
          </a:xfrm>
        </p:spPr>
        <p:txBody>
          <a:bodyPr/>
          <a:lstStyle>
            <a:lvl1pPr>
              <a:defRPr sz="600"/>
            </a:lvl1pPr>
          </a:lstStyle>
          <a:p>
            <a:pPr lvl="0"/>
            <a:r>
              <a:rPr lang="en-US" err="1"/>
              <a:t>Notas</a:t>
            </a:r>
            <a:r>
              <a:rPr lang="en-US"/>
              <a:t> al pie:</a:t>
            </a:r>
          </a:p>
        </p:txBody>
      </p:sp>
      <p:sp>
        <p:nvSpPr>
          <p:cNvPr id="6" name="Marcador de contenido 5">
            <a:extLst>
              <a:ext uri="{FF2B5EF4-FFF2-40B4-BE49-F238E27FC236}">
                <a16:creationId xmlns:a16="http://schemas.microsoft.com/office/drawing/2014/main" id="{2B8A343D-2281-EB9E-D83B-B6BCCBD0DE93}"/>
              </a:ext>
            </a:extLst>
          </p:cNvPr>
          <p:cNvSpPr>
            <a:spLocks noGrp="1"/>
          </p:cNvSpPr>
          <p:nvPr>
            <p:ph sz="quarter" idx="12"/>
          </p:nvPr>
        </p:nvSpPr>
        <p:spPr>
          <a:xfrm>
            <a:off x="415529" y="876300"/>
            <a:ext cx="8312991" cy="10259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7759486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tags" Target="../tags/tag1.xml"/><Relationship Id="rId18" Type="http://schemas.openxmlformats.org/officeDocument/2006/relationships/tags" Target="../tags/tag6.xml"/><Relationship Id="rId26" Type="http://schemas.openxmlformats.org/officeDocument/2006/relationships/tags" Target="../tags/tag14.xml"/><Relationship Id="rId3" Type="http://schemas.openxmlformats.org/officeDocument/2006/relationships/slideLayout" Target="../slideLayouts/slideLayout3.xml"/><Relationship Id="rId21" Type="http://schemas.openxmlformats.org/officeDocument/2006/relationships/tags" Target="../tags/tag9.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5" Type="http://schemas.openxmlformats.org/officeDocument/2006/relationships/tags" Target="../tags/tag13.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tags" Target="../tags/tag8.xml"/><Relationship Id="rId29" Type="http://schemas.openxmlformats.org/officeDocument/2006/relationships/tags" Target="../tags/tag1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2.xml"/><Relationship Id="rId32" Type="http://schemas.openxmlformats.org/officeDocument/2006/relationships/tags" Target="../tags/tag20.xml"/><Relationship Id="rId5" Type="http://schemas.openxmlformats.org/officeDocument/2006/relationships/slideLayout" Target="../slideLayouts/slideLayout5.xml"/><Relationship Id="rId15" Type="http://schemas.openxmlformats.org/officeDocument/2006/relationships/tags" Target="../tags/tag3.xml"/><Relationship Id="rId23" Type="http://schemas.openxmlformats.org/officeDocument/2006/relationships/tags" Target="../tags/tag11.xml"/><Relationship Id="rId28" Type="http://schemas.openxmlformats.org/officeDocument/2006/relationships/tags" Target="../tags/tag16.xml"/><Relationship Id="rId10" Type="http://schemas.openxmlformats.org/officeDocument/2006/relationships/slideLayout" Target="../slideLayouts/slideLayout10.xml"/><Relationship Id="rId19" Type="http://schemas.openxmlformats.org/officeDocument/2006/relationships/tags" Target="../tags/tag7.xml"/><Relationship Id="rId31" Type="http://schemas.openxmlformats.org/officeDocument/2006/relationships/tags" Target="../tags/tag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 Id="rId22" Type="http://schemas.openxmlformats.org/officeDocument/2006/relationships/tags" Target="../tags/tag10.xml"/><Relationship Id="rId27" Type="http://schemas.openxmlformats.org/officeDocument/2006/relationships/tags" Target="../tags/tag15.xml"/><Relationship Id="rId30" Type="http://schemas.openxmlformats.org/officeDocument/2006/relationships/tags" Target="../tags/tag18.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tags" Target="../tags/tag88.xml"/><Relationship Id="rId18" Type="http://schemas.openxmlformats.org/officeDocument/2006/relationships/tags" Target="../tags/tag93.xml"/><Relationship Id="rId26" Type="http://schemas.openxmlformats.org/officeDocument/2006/relationships/tags" Target="../tags/tag101.xml"/><Relationship Id="rId3" Type="http://schemas.openxmlformats.org/officeDocument/2006/relationships/slideLayout" Target="../slideLayouts/slideLayout14.xml"/><Relationship Id="rId21" Type="http://schemas.openxmlformats.org/officeDocument/2006/relationships/tags" Target="../tags/tag96.xml"/><Relationship Id="rId34" Type="http://schemas.openxmlformats.org/officeDocument/2006/relationships/image" Target="../media/image1.emf"/><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92.xml"/><Relationship Id="rId25" Type="http://schemas.openxmlformats.org/officeDocument/2006/relationships/tags" Target="../tags/tag100.xml"/><Relationship Id="rId33" Type="http://schemas.openxmlformats.org/officeDocument/2006/relationships/oleObject" Target="../embeddings/oleObject1.bin"/><Relationship Id="rId2" Type="http://schemas.openxmlformats.org/officeDocument/2006/relationships/slideLayout" Target="../slideLayouts/slideLayout13.xml"/><Relationship Id="rId16" Type="http://schemas.openxmlformats.org/officeDocument/2006/relationships/tags" Target="../tags/tag91.xml"/><Relationship Id="rId20" Type="http://schemas.openxmlformats.org/officeDocument/2006/relationships/tags" Target="../tags/tag95.xml"/><Relationship Id="rId29" Type="http://schemas.openxmlformats.org/officeDocument/2006/relationships/tags" Target="../tags/tag104.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99.xml"/><Relationship Id="rId32" Type="http://schemas.openxmlformats.org/officeDocument/2006/relationships/tags" Target="../tags/tag107.xml"/><Relationship Id="rId5" Type="http://schemas.openxmlformats.org/officeDocument/2006/relationships/slideLayout" Target="../slideLayouts/slideLayout16.xml"/><Relationship Id="rId15" Type="http://schemas.openxmlformats.org/officeDocument/2006/relationships/tags" Target="../tags/tag90.xml"/><Relationship Id="rId23" Type="http://schemas.openxmlformats.org/officeDocument/2006/relationships/tags" Target="../tags/tag98.xml"/><Relationship Id="rId28" Type="http://schemas.openxmlformats.org/officeDocument/2006/relationships/tags" Target="../tags/tag103.xml"/><Relationship Id="rId10" Type="http://schemas.openxmlformats.org/officeDocument/2006/relationships/slideLayout" Target="../slideLayouts/slideLayout21.xml"/><Relationship Id="rId19" Type="http://schemas.openxmlformats.org/officeDocument/2006/relationships/tags" Target="../tags/tag94.xml"/><Relationship Id="rId31" Type="http://schemas.openxmlformats.org/officeDocument/2006/relationships/tags" Target="../tags/tag10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89.xml"/><Relationship Id="rId22" Type="http://schemas.openxmlformats.org/officeDocument/2006/relationships/tags" Target="../tags/tag97.xml"/><Relationship Id="rId27" Type="http://schemas.openxmlformats.org/officeDocument/2006/relationships/tags" Target="../tags/tag102.xml"/><Relationship Id="rId30" Type="http://schemas.openxmlformats.org/officeDocument/2006/relationships/tags" Target="../tags/tag105.xml"/><Relationship Id="rId35" Type="http://schemas.openxmlformats.org/officeDocument/2006/relationships/image" Target="../media/image2.png"/><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3"/>
            </p:custDataLst>
            <p:extLst>
              <p:ext uri="{D42A27DB-BD31-4B8C-83A1-F6EECF244321}">
                <p14:modId xmlns:p14="http://schemas.microsoft.com/office/powerpoint/2010/main" val="94685243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3" imgW="413" imgH="416" progId="TCLayout.ActiveDocument.1">
                  <p:embed/>
                </p:oleObj>
              </mc:Choice>
              <mc:Fallback>
                <p:oleObj name="think-cell Slide" r:id="rId33"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34"/>
                      <a:stretch>
                        <a:fillRect/>
                      </a:stretch>
                    </p:blipFill>
                    <p:spPr>
                      <a:xfrm>
                        <a:off x="1191" y="1191"/>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4"/>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grpSp>
        <p:nvGrpSpPr>
          <p:cNvPr id="170" name="Grid" hidden="1">
            <a:extLst>
              <a:ext uri="{FF2B5EF4-FFF2-40B4-BE49-F238E27FC236}">
                <a16:creationId xmlns:a16="http://schemas.microsoft.com/office/drawing/2014/main" id="{3BBFEB30-B5C9-4D5C-9A82-066C6BF363E3}"/>
              </a:ext>
            </a:extLst>
          </p:cNvPr>
          <p:cNvGrpSpPr/>
          <p:nvPr userDrawn="1"/>
        </p:nvGrpSpPr>
        <p:grpSpPr>
          <a:xfrm>
            <a:off x="0" y="0"/>
            <a:ext cx="9142857" cy="5143500"/>
            <a:chOff x="0" y="0"/>
            <a:chExt cx="12190476" cy="6858000"/>
          </a:xfrm>
        </p:grpSpPr>
        <p:sp>
          <p:nvSpPr>
            <p:cNvPr id="171" name="Freeform: Shape 170">
              <a:extLst>
                <a:ext uri="{FF2B5EF4-FFF2-40B4-BE49-F238E27FC236}">
                  <a16:creationId xmlns:a16="http://schemas.microsoft.com/office/drawing/2014/main" id="{950B3518-D8B6-4062-A4CE-0C1A1A286FE1}"/>
                </a:ext>
              </a:extLst>
            </p:cNvPr>
            <p:cNvSpPr/>
            <p:nvPr userDrawn="1"/>
          </p:nvSpPr>
          <p:spPr bwMode="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172" name="Freeform: Shape 171">
              <a:extLst>
                <a:ext uri="{FF2B5EF4-FFF2-40B4-BE49-F238E27FC236}">
                  <a16:creationId xmlns:a16="http://schemas.microsoft.com/office/drawing/2014/main" id="{EC45F528-EF91-4619-AF16-5D11F63D2FFC}"/>
                </a:ext>
              </a:extLst>
            </p:cNvPr>
            <p:cNvSpPr/>
            <p:nvPr/>
          </p:nvSpPr>
          <p:spPr bwMode="gray">
            <a:xfrm>
              <a:off x="1524" y="0"/>
              <a:ext cx="12188952" cy="6858000"/>
            </a:xfrm>
            <a:custGeom>
              <a:avLst/>
              <a:gdLst>
                <a:gd name="connsiteX0" fmla="*/ 553212 w 12188952"/>
                <a:gd name="connsiteY0" fmla="*/ 1405610 h 6858000"/>
                <a:gd name="connsiteX1" fmla="*/ 553212 w 12188952"/>
                <a:gd name="connsiteY1" fmla="*/ 1709928 h 6858000"/>
                <a:gd name="connsiteX2" fmla="*/ 551868 w 12188952"/>
                <a:gd name="connsiteY2" fmla="*/ 1709928 h 6858000"/>
                <a:gd name="connsiteX3" fmla="*/ 551868 w 12188952"/>
                <a:gd name="connsiteY3" fmla="*/ 6217920 h 6858000"/>
                <a:gd name="connsiteX4" fmla="*/ 553212 w 12188952"/>
                <a:gd name="connsiteY4" fmla="*/ 6217920 h 6858000"/>
                <a:gd name="connsiteX5" fmla="*/ 11635740 w 12188952"/>
                <a:gd name="connsiteY5" fmla="*/ 6217920 h 6858000"/>
                <a:gd name="connsiteX6" fmla="*/ 11636196 w 12188952"/>
                <a:gd name="connsiteY6" fmla="*/ 6217920 h 6858000"/>
                <a:gd name="connsiteX7" fmla="*/ 11636196 w 12188952"/>
                <a:gd name="connsiteY7" fmla="*/ 1709928 h 6858000"/>
                <a:gd name="connsiteX8" fmla="*/ 11635740 w 12188952"/>
                <a:gd name="connsiteY8" fmla="*/ 1709928 h 6858000"/>
                <a:gd name="connsiteX9" fmla="*/ 11635740 w 12188952"/>
                <a:gd name="connsiteY9" fmla="*/ 1405610 h 6858000"/>
                <a:gd name="connsiteX10" fmla="*/ 0 w 12188952"/>
                <a:gd name="connsiteY10" fmla="*/ 0 h 6858000"/>
                <a:gd name="connsiteX11" fmla="*/ 12188952 w 12188952"/>
                <a:gd name="connsiteY11" fmla="*/ 0 h 6858000"/>
                <a:gd name="connsiteX12" fmla="*/ 12188952 w 12188952"/>
                <a:gd name="connsiteY12" fmla="*/ 6858000 h 6858000"/>
                <a:gd name="connsiteX13" fmla="*/ 0 w 12188952"/>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8952" h="6858000">
                  <a:moveTo>
                    <a:pt x="553212" y="1405610"/>
                  </a:moveTo>
                  <a:lnTo>
                    <a:pt x="553212" y="1709928"/>
                  </a:lnTo>
                  <a:lnTo>
                    <a:pt x="551868" y="1709928"/>
                  </a:lnTo>
                  <a:lnTo>
                    <a:pt x="551868" y="6217920"/>
                  </a:lnTo>
                  <a:lnTo>
                    <a:pt x="553212" y="6217920"/>
                  </a:lnTo>
                  <a:lnTo>
                    <a:pt x="11635740" y="6217920"/>
                  </a:lnTo>
                  <a:lnTo>
                    <a:pt x="11636196" y="6217920"/>
                  </a:lnTo>
                  <a:lnTo>
                    <a:pt x="11636196" y="1709928"/>
                  </a:lnTo>
                  <a:lnTo>
                    <a:pt x="11635740" y="1709928"/>
                  </a:lnTo>
                  <a:lnTo>
                    <a:pt x="11635740" y="1405610"/>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rtl="0"/>
              <a:endParaRPr lang="en-US" sz="1350">
                <a:solidFill>
                  <a:schemeClr val="tx1"/>
                </a:solidFill>
                <a:latin typeface="+mn-lt"/>
              </a:endParaRPr>
            </a:p>
          </p:txBody>
        </p:sp>
        <p:cxnSp>
          <p:nvCxnSpPr>
            <p:cNvPr id="173" name="Straight Connector 172">
              <a:extLst>
                <a:ext uri="{FF2B5EF4-FFF2-40B4-BE49-F238E27FC236}">
                  <a16:creationId xmlns:a16="http://schemas.microsoft.com/office/drawing/2014/main" id="{77ABF7BA-0428-4141-8351-03A2727DECBD}"/>
                </a:ext>
              </a:extLst>
            </p:cNvPr>
            <p:cNvCxnSpPr/>
            <p:nvPr/>
          </p:nvCxnSpPr>
          <p:spPr bwMode="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4EB93D9-2FE5-4212-8DB4-7A0327E33766}"/>
                </a:ext>
              </a:extLst>
            </p:cNvPr>
            <p:cNvCxnSpPr/>
            <p:nvPr/>
          </p:nvCxnSpPr>
          <p:spPr bwMode="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C2F34081-E688-4287-A553-264328F1E1E1}"/>
                </a:ext>
              </a:extLst>
            </p:cNvPr>
            <p:cNvCxnSpPr/>
            <p:nvPr/>
          </p:nvCxnSpPr>
          <p:spPr bwMode="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868CDEE-044B-4D04-A5D3-6A526BE51179}"/>
                </a:ext>
              </a:extLst>
            </p:cNvPr>
            <p:cNvCxnSpPr/>
            <p:nvPr/>
          </p:nvCxnSpPr>
          <p:spPr bwMode="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100C653-5CFA-4B3C-BD97-47499B419B53}"/>
                </a:ext>
              </a:extLst>
            </p:cNvPr>
            <p:cNvCxnSpPr/>
            <p:nvPr/>
          </p:nvCxnSpPr>
          <p:spPr bwMode="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21F5AB2-1154-4ACD-832F-CB2539EE783F}"/>
                </a:ext>
              </a:extLst>
            </p:cNvPr>
            <p:cNvCxnSpPr/>
            <p:nvPr/>
          </p:nvCxnSpPr>
          <p:spPr bwMode="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466910D2-AFA9-4FD1-8D04-D99BB3645452}"/>
                </a:ext>
              </a:extLst>
            </p:cNvPr>
            <p:cNvCxnSpPr/>
            <p:nvPr/>
          </p:nvCxnSpPr>
          <p:spPr bwMode="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769A11B-0399-4716-A212-6F179313A427}"/>
                </a:ext>
              </a:extLst>
            </p:cNvPr>
            <p:cNvCxnSpPr/>
            <p:nvPr/>
          </p:nvCxnSpPr>
          <p:spPr bwMode="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CB3272D-021B-49B8-92A5-D1DEB3202AE0}"/>
                </a:ext>
              </a:extLst>
            </p:cNvPr>
            <p:cNvCxnSpPr/>
            <p:nvPr/>
          </p:nvCxnSpPr>
          <p:spPr bwMode="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61701AE9-04C5-4AD4-8DEE-873680FD231F}"/>
                </a:ext>
              </a:extLst>
            </p:cNvPr>
            <p:cNvCxnSpPr/>
            <p:nvPr/>
          </p:nvCxnSpPr>
          <p:spPr bwMode="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4050D91B-89C3-45DE-BE0C-1430E2BE6F4B}"/>
                </a:ext>
              </a:extLst>
            </p:cNvPr>
            <p:cNvCxnSpPr/>
            <p:nvPr/>
          </p:nvCxnSpPr>
          <p:spPr bwMode="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8E5EF5D-0D94-4FCE-8BE2-F0790F7B1879}"/>
                </a:ext>
              </a:extLst>
            </p:cNvPr>
            <p:cNvCxnSpPr/>
            <p:nvPr/>
          </p:nvCxnSpPr>
          <p:spPr bwMode="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03" name="Freeform: Shape 202">
              <a:extLst>
                <a:ext uri="{FF2B5EF4-FFF2-40B4-BE49-F238E27FC236}">
                  <a16:creationId xmlns:a16="http://schemas.microsoft.com/office/drawing/2014/main" id="{205F8351-710E-49E9-A523-EA0755B417C5}"/>
                </a:ext>
              </a:extLst>
            </p:cNvPr>
            <p:cNvSpPr/>
            <p:nvPr/>
          </p:nvSpPr>
          <p:spPr bwMode="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4" name="Freeform: Shape 203">
              <a:extLst>
                <a:ext uri="{FF2B5EF4-FFF2-40B4-BE49-F238E27FC236}">
                  <a16:creationId xmlns:a16="http://schemas.microsoft.com/office/drawing/2014/main" id="{47C1C31B-A122-4A09-9500-27B0684B272F}"/>
                </a:ext>
              </a:extLst>
            </p:cNvPr>
            <p:cNvSpPr/>
            <p:nvPr/>
          </p:nvSpPr>
          <p:spPr bwMode="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5" name="Freeform: Shape 204">
              <a:extLst>
                <a:ext uri="{FF2B5EF4-FFF2-40B4-BE49-F238E27FC236}">
                  <a16:creationId xmlns:a16="http://schemas.microsoft.com/office/drawing/2014/main" id="{7DF86859-7D4B-4DA1-91AA-0992644F5903}"/>
                </a:ext>
              </a:extLst>
            </p:cNvPr>
            <p:cNvSpPr/>
            <p:nvPr/>
          </p:nvSpPr>
          <p:spPr bwMode="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6" name="Freeform: Shape 205">
              <a:extLst>
                <a:ext uri="{FF2B5EF4-FFF2-40B4-BE49-F238E27FC236}">
                  <a16:creationId xmlns:a16="http://schemas.microsoft.com/office/drawing/2014/main" id="{3DC3E9CA-569C-4414-A75A-C805A4A40B64}"/>
                </a:ext>
              </a:extLst>
            </p:cNvPr>
            <p:cNvSpPr/>
            <p:nvPr/>
          </p:nvSpPr>
          <p:spPr bwMode="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7" name="Freeform: Shape 206">
              <a:extLst>
                <a:ext uri="{FF2B5EF4-FFF2-40B4-BE49-F238E27FC236}">
                  <a16:creationId xmlns:a16="http://schemas.microsoft.com/office/drawing/2014/main" id="{B532C466-D8D3-43AC-995C-2B54885AC096}"/>
                </a:ext>
              </a:extLst>
            </p:cNvPr>
            <p:cNvSpPr/>
            <p:nvPr/>
          </p:nvSpPr>
          <p:spPr bwMode="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8" name="Freeform: Shape 207">
              <a:extLst>
                <a:ext uri="{FF2B5EF4-FFF2-40B4-BE49-F238E27FC236}">
                  <a16:creationId xmlns:a16="http://schemas.microsoft.com/office/drawing/2014/main" id="{B0920AE1-B909-471F-9E77-7C3A31509F84}"/>
                </a:ext>
              </a:extLst>
            </p:cNvPr>
            <p:cNvSpPr/>
            <p:nvPr/>
          </p:nvSpPr>
          <p:spPr bwMode="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9" name="Freeform: Shape 208">
              <a:extLst>
                <a:ext uri="{FF2B5EF4-FFF2-40B4-BE49-F238E27FC236}">
                  <a16:creationId xmlns:a16="http://schemas.microsoft.com/office/drawing/2014/main" id="{2A1E8190-F3C6-4BF7-97E3-90F3FC84746E}"/>
                </a:ext>
              </a:extLst>
            </p:cNvPr>
            <p:cNvSpPr/>
            <p:nvPr/>
          </p:nvSpPr>
          <p:spPr bwMode="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0" name="Freeform: Shape 209">
              <a:extLst>
                <a:ext uri="{FF2B5EF4-FFF2-40B4-BE49-F238E27FC236}">
                  <a16:creationId xmlns:a16="http://schemas.microsoft.com/office/drawing/2014/main" id="{33B1FC28-C9D6-4928-BCCE-9873C7DEEFDE}"/>
                </a:ext>
              </a:extLst>
            </p:cNvPr>
            <p:cNvSpPr/>
            <p:nvPr/>
          </p:nvSpPr>
          <p:spPr bwMode="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1" name="Freeform: Shape 210">
              <a:extLst>
                <a:ext uri="{FF2B5EF4-FFF2-40B4-BE49-F238E27FC236}">
                  <a16:creationId xmlns:a16="http://schemas.microsoft.com/office/drawing/2014/main" id="{13C9C1F2-E745-44A5-AEA3-9DE0D69F2B15}"/>
                </a:ext>
              </a:extLst>
            </p:cNvPr>
            <p:cNvSpPr/>
            <p:nvPr/>
          </p:nvSpPr>
          <p:spPr bwMode="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2" name="Freeform: Shape 211">
              <a:extLst>
                <a:ext uri="{FF2B5EF4-FFF2-40B4-BE49-F238E27FC236}">
                  <a16:creationId xmlns:a16="http://schemas.microsoft.com/office/drawing/2014/main" id="{3F7DB9B8-09EF-46A7-9839-EE0FA8E11651}"/>
                </a:ext>
              </a:extLst>
            </p:cNvPr>
            <p:cNvSpPr/>
            <p:nvPr/>
          </p:nvSpPr>
          <p:spPr bwMode="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3" name="Freeform: Shape 212">
              <a:extLst>
                <a:ext uri="{FF2B5EF4-FFF2-40B4-BE49-F238E27FC236}">
                  <a16:creationId xmlns:a16="http://schemas.microsoft.com/office/drawing/2014/main" id="{759DC929-939A-40DF-96D2-82427AD8E191}"/>
                </a:ext>
              </a:extLst>
            </p:cNvPr>
            <p:cNvSpPr/>
            <p:nvPr/>
          </p:nvSpPr>
          <p:spPr bwMode="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4" name="Freeform: Shape 213">
              <a:extLst>
                <a:ext uri="{FF2B5EF4-FFF2-40B4-BE49-F238E27FC236}">
                  <a16:creationId xmlns:a16="http://schemas.microsoft.com/office/drawing/2014/main" id="{71E475EA-3BCA-4BD2-9129-0A15F92784B0}"/>
                </a:ext>
              </a:extLst>
            </p:cNvPr>
            <p:cNvSpPr/>
            <p:nvPr/>
          </p:nvSpPr>
          <p:spPr bwMode="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5" name="Freeform: Shape 214">
              <a:extLst>
                <a:ext uri="{FF2B5EF4-FFF2-40B4-BE49-F238E27FC236}">
                  <a16:creationId xmlns:a16="http://schemas.microsoft.com/office/drawing/2014/main" id="{B58358D8-4286-4ED9-A0FF-82879D8C9183}"/>
                </a:ext>
              </a:extLst>
            </p:cNvPr>
            <p:cNvSpPr/>
            <p:nvPr/>
          </p:nvSpPr>
          <p:spPr bwMode="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6" name="Freeform: Shape 215">
              <a:extLst>
                <a:ext uri="{FF2B5EF4-FFF2-40B4-BE49-F238E27FC236}">
                  <a16:creationId xmlns:a16="http://schemas.microsoft.com/office/drawing/2014/main" id="{07E8672D-5A21-4EE8-8FA5-FBB35E3AF6F8}"/>
                </a:ext>
              </a:extLst>
            </p:cNvPr>
            <p:cNvSpPr/>
            <p:nvPr/>
          </p:nvSpPr>
          <p:spPr bwMode="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7" name="Freeform: Shape 216">
              <a:extLst>
                <a:ext uri="{FF2B5EF4-FFF2-40B4-BE49-F238E27FC236}">
                  <a16:creationId xmlns:a16="http://schemas.microsoft.com/office/drawing/2014/main" id="{FA059A59-9BBE-4F86-862A-48E139D1EE64}"/>
                </a:ext>
              </a:extLst>
            </p:cNvPr>
            <p:cNvSpPr/>
            <p:nvPr userDrawn="1"/>
          </p:nvSpPr>
          <p:spPr bwMode="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8" name="Freeform: Shape 217">
              <a:extLst>
                <a:ext uri="{FF2B5EF4-FFF2-40B4-BE49-F238E27FC236}">
                  <a16:creationId xmlns:a16="http://schemas.microsoft.com/office/drawing/2014/main" id="{55CF5402-4FC2-4420-ABC5-BBFA3EA9D203}"/>
                </a:ext>
              </a:extLst>
            </p:cNvPr>
            <p:cNvSpPr/>
            <p:nvPr userDrawn="1"/>
          </p:nvSpPr>
          <p:spPr bwMode="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9" name="Freeform: Shape 218">
              <a:extLst>
                <a:ext uri="{FF2B5EF4-FFF2-40B4-BE49-F238E27FC236}">
                  <a16:creationId xmlns:a16="http://schemas.microsoft.com/office/drawing/2014/main" id="{10BB1258-8102-4E47-BE2F-816FBB6BA408}"/>
                </a:ext>
              </a:extLst>
            </p:cNvPr>
            <p:cNvSpPr/>
            <p:nvPr userDrawn="1"/>
          </p:nvSpPr>
          <p:spPr bwMode="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0" name="Freeform: Shape 219">
              <a:extLst>
                <a:ext uri="{FF2B5EF4-FFF2-40B4-BE49-F238E27FC236}">
                  <a16:creationId xmlns:a16="http://schemas.microsoft.com/office/drawing/2014/main" id="{B270BD53-6742-47F1-853C-FA770237F3FD}"/>
                </a:ext>
              </a:extLst>
            </p:cNvPr>
            <p:cNvSpPr/>
            <p:nvPr userDrawn="1"/>
          </p:nvSpPr>
          <p:spPr bwMode="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1" name="Freeform: Shape 220">
              <a:extLst>
                <a:ext uri="{FF2B5EF4-FFF2-40B4-BE49-F238E27FC236}">
                  <a16:creationId xmlns:a16="http://schemas.microsoft.com/office/drawing/2014/main" id="{3395B319-4702-4CD9-838C-C0612B6879BC}"/>
                </a:ext>
              </a:extLst>
            </p:cNvPr>
            <p:cNvSpPr/>
            <p:nvPr userDrawn="1"/>
          </p:nvSpPr>
          <p:spPr bwMode="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2" name="Freeform: Shape 221">
              <a:extLst>
                <a:ext uri="{FF2B5EF4-FFF2-40B4-BE49-F238E27FC236}">
                  <a16:creationId xmlns:a16="http://schemas.microsoft.com/office/drawing/2014/main" id="{AE5E70F1-247D-4F01-A473-C5A9226BCADC}"/>
                </a:ext>
              </a:extLst>
            </p:cNvPr>
            <p:cNvSpPr/>
            <p:nvPr userDrawn="1"/>
          </p:nvSpPr>
          <p:spPr bwMode="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3" name="Freeform: Shape 222">
              <a:extLst>
                <a:ext uri="{FF2B5EF4-FFF2-40B4-BE49-F238E27FC236}">
                  <a16:creationId xmlns:a16="http://schemas.microsoft.com/office/drawing/2014/main" id="{732858E4-B133-4A91-9BCA-BF80F093194A}"/>
                </a:ext>
              </a:extLst>
            </p:cNvPr>
            <p:cNvSpPr/>
            <p:nvPr userDrawn="1"/>
          </p:nvSpPr>
          <p:spPr bwMode="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4" name="Freeform: Shape 223">
              <a:extLst>
                <a:ext uri="{FF2B5EF4-FFF2-40B4-BE49-F238E27FC236}">
                  <a16:creationId xmlns:a16="http://schemas.microsoft.com/office/drawing/2014/main" id="{027DED92-EF7A-4687-A1A4-BDAA2F1EAF12}"/>
                </a:ext>
              </a:extLst>
            </p:cNvPr>
            <p:cNvSpPr/>
            <p:nvPr userDrawn="1"/>
          </p:nvSpPr>
          <p:spPr bwMode="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5" name="Freeform: Shape 224">
              <a:extLst>
                <a:ext uri="{FF2B5EF4-FFF2-40B4-BE49-F238E27FC236}">
                  <a16:creationId xmlns:a16="http://schemas.microsoft.com/office/drawing/2014/main" id="{53D72483-35F2-49AC-989D-0E1BC8456803}"/>
                </a:ext>
              </a:extLst>
            </p:cNvPr>
            <p:cNvSpPr/>
            <p:nvPr userDrawn="1"/>
          </p:nvSpPr>
          <p:spPr bwMode="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6" name="Freeform: Shape 225">
              <a:extLst>
                <a:ext uri="{FF2B5EF4-FFF2-40B4-BE49-F238E27FC236}">
                  <a16:creationId xmlns:a16="http://schemas.microsoft.com/office/drawing/2014/main" id="{2DD2F54E-53A3-49F6-905E-B0F8E1348C8E}"/>
                </a:ext>
              </a:extLst>
            </p:cNvPr>
            <p:cNvSpPr/>
            <p:nvPr userDrawn="1"/>
          </p:nvSpPr>
          <p:spPr bwMode="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cxnSp>
          <p:nvCxnSpPr>
            <p:cNvPr id="227" name="Straight Connector 226">
              <a:extLst>
                <a:ext uri="{FF2B5EF4-FFF2-40B4-BE49-F238E27FC236}">
                  <a16:creationId xmlns:a16="http://schemas.microsoft.com/office/drawing/2014/main" id="{557A01EE-7FB2-4BA0-B35A-2F95546E4624}"/>
                </a:ext>
              </a:extLst>
            </p:cNvPr>
            <p:cNvCxnSpPr/>
            <p:nvPr userDrawn="1"/>
          </p:nvCxnSpPr>
          <p:spPr bwMode="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7FC1C45B-2B29-4A42-8D4B-721F68CA1348}"/>
                </a:ext>
              </a:extLst>
            </p:cNvPr>
            <p:cNvCxnSpPr/>
            <p:nvPr userDrawn="1"/>
          </p:nvCxnSpPr>
          <p:spPr bwMode="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1A27E92-9270-4990-A7E0-13762B5DCF31}"/>
                </a:ext>
              </a:extLst>
            </p:cNvPr>
            <p:cNvCxnSpPr/>
            <p:nvPr userDrawn="1"/>
          </p:nvCxnSpPr>
          <p:spPr bwMode="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9F46154D-791B-4F7D-8E1C-E15CD03A29AA}"/>
                </a:ext>
              </a:extLst>
            </p:cNvPr>
            <p:cNvCxnSpPr/>
            <p:nvPr userDrawn="1"/>
          </p:nvCxnSpPr>
          <p:spPr bwMode="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C9B4B757-25C9-484E-A4FE-A49FBA3319A4}"/>
                </a:ext>
              </a:extLst>
            </p:cNvPr>
            <p:cNvCxnSpPr/>
            <p:nvPr userDrawn="1"/>
          </p:nvCxnSpPr>
          <p:spPr bwMode="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75535B4E-91AD-45A5-B3C9-3699892DFD15}"/>
                </a:ext>
              </a:extLst>
            </p:cNvPr>
            <p:cNvCxnSpPr/>
            <p:nvPr userDrawn="1"/>
          </p:nvCxnSpPr>
          <p:spPr bwMode="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BB8DA04A-5D80-45BB-8266-4A4ECB242742}"/>
                </a:ext>
              </a:extLst>
            </p:cNvPr>
            <p:cNvCxnSpPr/>
            <p:nvPr userDrawn="1"/>
          </p:nvCxnSpPr>
          <p:spPr bwMode="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5E52966-F7BC-421A-9050-FFBE6C9FDFFC}"/>
                </a:ext>
              </a:extLst>
            </p:cNvPr>
            <p:cNvCxnSpPr/>
            <p:nvPr userDrawn="1"/>
          </p:nvCxnSpPr>
          <p:spPr bwMode="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27183FD6-ADDC-4DBA-AD69-7D5A08920C83}"/>
                </a:ext>
              </a:extLst>
            </p:cNvPr>
            <p:cNvCxnSpPr/>
            <p:nvPr userDrawn="1"/>
          </p:nvCxnSpPr>
          <p:spPr bwMode="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3B1C3B52-250A-482D-AE65-9AAC3A76868D}"/>
                </a:ext>
              </a:extLst>
            </p:cNvPr>
            <p:cNvCxnSpPr/>
            <p:nvPr userDrawn="1"/>
          </p:nvCxnSpPr>
          <p:spPr bwMode="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3AB6E369-DE4F-4AA3-9B2B-FD9286DC14EB}"/>
                </a:ext>
              </a:extLst>
            </p:cNvPr>
            <p:cNvCxnSpPr/>
            <p:nvPr userDrawn="1"/>
          </p:nvCxnSpPr>
          <p:spPr bwMode="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02D96B38-98DE-4984-BD84-08887A144206}"/>
                </a:ext>
              </a:extLst>
            </p:cNvPr>
            <p:cNvCxnSpPr/>
            <p:nvPr userDrawn="1"/>
          </p:nvCxnSpPr>
          <p:spPr bwMode="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2A47B8B7-112A-4075-B20A-90A845CE256B}"/>
                </a:ext>
              </a:extLst>
            </p:cNvPr>
            <p:cNvCxnSpPr/>
            <p:nvPr userDrawn="1"/>
          </p:nvCxnSpPr>
          <p:spPr bwMode="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FEBE3CB-E087-4212-96D5-920E5C903EF2}"/>
                </a:ext>
              </a:extLst>
            </p:cNvPr>
            <p:cNvCxnSpPr/>
            <p:nvPr userDrawn="1"/>
          </p:nvCxnSpPr>
          <p:spPr bwMode="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686B76C-7301-4C4A-B5BE-0AFF241FAEB0}"/>
                </a:ext>
              </a:extLst>
            </p:cNvPr>
            <p:cNvCxnSpPr/>
            <p:nvPr userDrawn="1"/>
          </p:nvCxnSpPr>
          <p:spPr bwMode="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2B029B6E-808D-40CF-A2D1-AADA131A0D00}"/>
                </a:ext>
              </a:extLst>
            </p:cNvPr>
            <p:cNvCxnSpPr/>
            <p:nvPr userDrawn="1"/>
          </p:nvCxnSpPr>
          <p:spPr bwMode="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705E053-FBF3-4534-A74B-EC16CC92EE77}"/>
                </a:ext>
              </a:extLst>
            </p:cNvPr>
            <p:cNvCxnSpPr/>
            <p:nvPr userDrawn="1"/>
          </p:nvCxnSpPr>
          <p:spPr bwMode="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E0E44BE-C4B0-46A9-A59B-A43157B927C1}"/>
                </a:ext>
              </a:extLst>
            </p:cNvPr>
            <p:cNvCxnSpPr/>
            <p:nvPr userDrawn="1"/>
          </p:nvCxnSpPr>
          <p:spPr bwMode="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B09A95B-D404-461F-A093-7C895E3A741F}"/>
                </a:ext>
              </a:extLst>
            </p:cNvPr>
            <p:cNvCxnSpPr/>
            <p:nvPr userDrawn="1"/>
          </p:nvCxnSpPr>
          <p:spPr bwMode="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79A7095-2656-44EB-B0A3-4271C7264720}"/>
                </a:ext>
              </a:extLst>
            </p:cNvPr>
            <p:cNvCxnSpPr/>
            <p:nvPr userDrawn="1"/>
          </p:nvCxnSpPr>
          <p:spPr bwMode="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BA4BC595-5B69-4C71-A5EC-2940C48186D2}"/>
                </a:ext>
              </a:extLst>
            </p:cNvPr>
            <p:cNvCxnSpPr/>
            <p:nvPr userDrawn="1"/>
          </p:nvCxnSpPr>
          <p:spPr bwMode="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97474A32-631C-4FA8-B250-D9C17610DA92}"/>
                </a:ext>
              </a:extLst>
            </p:cNvPr>
            <p:cNvCxnSpPr/>
            <p:nvPr userDrawn="1"/>
          </p:nvCxnSpPr>
          <p:spPr bwMode="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FA397D1-2FFD-4719-93E4-17828F08EC1D}"/>
                </a:ext>
              </a:extLst>
            </p:cNvPr>
            <p:cNvCxnSpPr/>
            <p:nvPr userDrawn="1"/>
          </p:nvCxnSpPr>
          <p:spPr bwMode="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12CDBCAF-60C0-40A4-97EA-7B190F17D13D}"/>
                </a:ext>
              </a:extLst>
            </p:cNvPr>
            <p:cNvCxnSpPr/>
            <p:nvPr userDrawn="1"/>
          </p:nvCxnSpPr>
          <p:spPr bwMode="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88614279-F6F1-4779-A908-BEF080C471AB}"/>
                </a:ext>
              </a:extLst>
            </p:cNvPr>
            <p:cNvCxnSpPr/>
            <p:nvPr userDrawn="1"/>
          </p:nvCxnSpPr>
          <p:spPr bwMode="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77A8DFC-FE4B-4B06-8AEF-607F9AEE764E}"/>
                </a:ext>
              </a:extLst>
            </p:cNvPr>
            <p:cNvCxnSpPr/>
            <p:nvPr userDrawn="1"/>
          </p:nvCxnSpPr>
          <p:spPr bwMode="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942E819A-5DA8-4032-B3EB-D10DC14D6C84}"/>
                </a:ext>
              </a:extLst>
            </p:cNvPr>
            <p:cNvCxnSpPr/>
            <p:nvPr userDrawn="1"/>
          </p:nvCxnSpPr>
          <p:spPr bwMode="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912236D-CA1F-4315-989A-12010EB46505}"/>
                </a:ext>
              </a:extLst>
            </p:cNvPr>
            <p:cNvCxnSpPr/>
            <p:nvPr userDrawn="1"/>
          </p:nvCxnSpPr>
          <p:spPr bwMode="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44ED2ACF-C68A-42CC-A632-CD03AB2544F3}"/>
                </a:ext>
              </a:extLst>
            </p:cNvPr>
            <p:cNvCxnSpPr/>
            <p:nvPr userDrawn="1"/>
          </p:nvCxnSpPr>
          <p:spPr bwMode="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A8F039F-D473-4D39-8AC6-81810B219B3E}"/>
                </a:ext>
              </a:extLst>
            </p:cNvPr>
            <p:cNvCxnSpPr/>
            <p:nvPr userDrawn="1"/>
          </p:nvCxnSpPr>
          <p:spPr bwMode="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BA241E12-AAE1-45D8-9D67-A8007269A3E0}"/>
                </a:ext>
              </a:extLst>
            </p:cNvPr>
            <p:cNvCxnSpPr/>
            <p:nvPr userDrawn="1"/>
          </p:nvCxnSpPr>
          <p:spPr bwMode="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B3D829D9-0D54-4FB5-9FD5-512316CE5897}"/>
                </a:ext>
              </a:extLst>
            </p:cNvPr>
            <p:cNvCxnSpPr/>
            <p:nvPr userDrawn="1"/>
          </p:nvCxnSpPr>
          <p:spPr bwMode="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6DCAEE40-53ED-4281-A3F1-ACB0AA93B7BD}"/>
                </a:ext>
              </a:extLst>
            </p:cNvPr>
            <p:cNvCxnSpPr/>
            <p:nvPr userDrawn="1"/>
          </p:nvCxnSpPr>
          <p:spPr bwMode="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16D3477-104A-45EC-ABA6-46CC43BAB1CA}"/>
                </a:ext>
              </a:extLst>
            </p:cNvPr>
            <p:cNvCxnSpPr/>
            <p:nvPr userDrawn="1"/>
          </p:nvCxnSpPr>
          <p:spPr bwMode="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5EC7B04-40CF-4499-BF37-9874AB2E42BC}"/>
                </a:ext>
              </a:extLst>
            </p:cNvPr>
            <p:cNvCxnSpPr/>
            <p:nvPr userDrawn="1"/>
          </p:nvCxnSpPr>
          <p:spPr bwMode="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A1B7D422-DF11-439B-AA7B-5AE071A4C7DC}"/>
                </a:ext>
              </a:extLst>
            </p:cNvPr>
            <p:cNvCxnSpPr/>
            <p:nvPr userDrawn="1"/>
          </p:nvCxnSpPr>
          <p:spPr bwMode="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21103B97-22A5-4A41-A8B4-4FBC1AB3251F}"/>
                </a:ext>
              </a:extLst>
            </p:cNvPr>
            <p:cNvCxnSpPr/>
            <p:nvPr userDrawn="1"/>
          </p:nvCxnSpPr>
          <p:spPr bwMode="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06654E2-EE76-422E-8306-19CDD004E451}"/>
                </a:ext>
              </a:extLst>
            </p:cNvPr>
            <p:cNvCxnSpPr/>
            <p:nvPr userDrawn="1"/>
          </p:nvCxnSpPr>
          <p:spPr bwMode="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61A46DB1-E3F1-48B8-8CD6-686C08337E3D}"/>
                </a:ext>
              </a:extLst>
            </p:cNvPr>
            <p:cNvCxnSpPr/>
            <p:nvPr userDrawn="1"/>
          </p:nvCxnSpPr>
          <p:spPr bwMode="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7EB58E3-EE98-4C63-A5FA-31A1F31261BD}"/>
                </a:ext>
              </a:extLst>
            </p:cNvPr>
            <p:cNvCxnSpPr/>
            <p:nvPr userDrawn="1"/>
          </p:nvCxnSpPr>
          <p:spPr bwMode="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FDF83986-66A6-442D-9688-89B353D5848C}"/>
                </a:ext>
              </a:extLst>
            </p:cNvPr>
            <p:cNvCxnSpPr/>
            <p:nvPr userDrawn="1"/>
          </p:nvCxnSpPr>
          <p:spPr bwMode="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C32EE19-D046-4DA8-83C8-C7090C2032B7}"/>
                </a:ext>
              </a:extLst>
            </p:cNvPr>
            <p:cNvCxnSpPr/>
            <p:nvPr userDrawn="1"/>
          </p:nvCxnSpPr>
          <p:spPr bwMode="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E9073FA-D009-4B43-AE1C-76B2371EDB72}"/>
                </a:ext>
              </a:extLst>
            </p:cNvPr>
            <p:cNvCxnSpPr/>
            <p:nvPr userDrawn="1"/>
          </p:nvCxnSpPr>
          <p:spPr bwMode="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A37EEEBC-9035-46B4-859D-8637EB5F71E7}"/>
                </a:ext>
              </a:extLst>
            </p:cNvPr>
            <p:cNvCxnSpPr/>
            <p:nvPr userDrawn="1"/>
          </p:nvCxnSpPr>
          <p:spPr bwMode="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71" name="main body box">
              <a:extLst>
                <a:ext uri="{FF2B5EF4-FFF2-40B4-BE49-F238E27FC236}">
                  <a16:creationId xmlns:a16="http://schemas.microsoft.com/office/drawing/2014/main" id="{5A4E68D2-98C2-4107-A058-DD36C69DD1BD}"/>
                </a:ext>
              </a:extLst>
            </p:cNvPr>
            <p:cNvSpPr/>
            <p:nvPr userDrawn="1"/>
          </p:nvSpPr>
          <p:spPr bwMode="gray">
            <a:xfrm>
              <a:off x="554736" y="1405610"/>
              <a:ext cx="11082528" cy="4812310"/>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992">
                <a:solidFill>
                  <a:schemeClr val="tx1"/>
                </a:solidFill>
                <a:latin typeface="+mn-lt"/>
              </a:endParaRPr>
            </a:p>
          </p:txBody>
        </p:sp>
        <p:cxnSp>
          <p:nvCxnSpPr>
            <p:cNvPr id="272" name="Straight Connector 271">
              <a:extLst>
                <a:ext uri="{FF2B5EF4-FFF2-40B4-BE49-F238E27FC236}">
                  <a16:creationId xmlns:a16="http://schemas.microsoft.com/office/drawing/2014/main" id="{CD320E2E-9A90-4FBD-95ED-547D38976E3C}"/>
                </a:ext>
              </a:extLst>
            </p:cNvPr>
            <p:cNvCxnSpPr/>
            <p:nvPr userDrawn="1"/>
          </p:nvCxnSpPr>
          <p:spPr bwMode="gray">
            <a:xfrm>
              <a:off x="554736" y="1865376"/>
              <a:ext cx="11082528" cy="0"/>
            </a:xfrm>
            <a:prstGeom prst="line">
              <a:avLst/>
            </a:prstGeom>
            <a:noFill/>
            <a:ln w="12700">
              <a:solidFill>
                <a:srgbClr val="19D3C5">
                  <a:alpha val="50000"/>
                </a:srgbClr>
              </a:solidFill>
            </a:ln>
          </p:spPr>
        </p:cxnSp>
        <p:cxnSp>
          <p:nvCxnSpPr>
            <p:cNvPr id="273" name="Straight Connector 272">
              <a:extLst>
                <a:ext uri="{FF2B5EF4-FFF2-40B4-BE49-F238E27FC236}">
                  <a16:creationId xmlns:a16="http://schemas.microsoft.com/office/drawing/2014/main" id="{70454B89-8DFA-4EF3-83A9-38CF648F4CD1}"/>
                </a:ext>
              </a:extLst>
            </p:cNvPr>
            <p:cNvCxnSpPr/>
            <p:nvPr userDrawn="1"/>
          </p:nvCxnSpPr>
          <p:spPr bwMode="gray">
            <a:xfrm>
              <a:off x="554736" y="1408557"/>
              <a:ext cx="11082528" cy="0"/>
            </a:xfrm>
            <a:prstGeom prst="line">
              <a:avLst/>
            </a:prstGeom>
            <a:noFill/>
            <a:ln w="12700">
              <a:solidFill>
                <a:srgbClr val="19D3C5">
                  <a:alpha val="50000"/>
                </a:srgbClr>
              </a:solidFill>
            </a:ln>
          </p:spPr>
        </p:cxnSp>
      </p:gr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5"/>
            </p:custDataLst>
          </p:nvPr>
        </p:nvSpPr>
        <p:spPr>
          <a:xfrm>
            <a:off x="415479" y="4708801"/>
            <a:ext cx="5458968" cy="9233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sz="600"/>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6"/>
            </p:custDataLst>
          </p:nvPr>
        </p:nvSpPr>
        <p:spPr>
          <a:xfrm>
            <a:off x="416053" y="129159"/>
            <a:ext cx="7852409" cy="28854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p>
            <a:pPr lvl="0"/>
            <a:r>
              <a:rPr lang="es-ES"/>
              <a:t>Haga clic para modificar el estilo de título del patrón</a:t>
            </a:r>
            <a:endParaRPr lang="en-US"/>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17"/>
            </p:custDataLst>
          </p:nvPr>
        </p:nvSpPr>
        <p:spPr>
          <a:xfrm>
            <a:off x="4490804" y="1628100"/>
            <a:ext cx="2286940" cy="446276"/>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1200"/>
              <a:t>Above Chart Exhibit Title</a:t>
            </a:r>
          </a:p>
          <a:p>
            <a:pPr lvl="0"/>
            <a:r>
              <a:rPr lang="en-US" sz="1200"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416053" y="1628100"/>
            <a:ext cx="1863491" cy="1395254"/>
          </a:xfrm>
          <a:prstGeom prst="rect">
            <a:avLst/>
          </a:prstGeom>
        </p:spPr>
        <p:txBody>
          <a:bodyPr vert="horz" wrap="square"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75" name="Sticker" hidden="1">
            <a:extLst>
              <a:ext uri="{FF2B5EF4-FFF2-40B4-BE49-F238E27FC236}">
                <a16:creationId xmlns:a16="http://schemas.microsoft.com/office/drawing/2014/main" id="{97ED2832-F2D3-4BBC-B741-D13502E9DAA9}"/>
              </a:ext>
            </a:extLst>
          </p:cNvPr>
          <p:cNvSpPr txBox="1"/>
          <p:nvPr userDrawn="1"/>
        </p:nvSpPr>
        <p:spPr>
          <a:xfrm>
            <a:off x="418867" y="723547"/>
            <a:ext cx="338234" cy="92333"/>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sz="600"/>
              <a:t>STICKER</a:t>
            </a:r>
          </a:p>
        </p:txBody>
      </p:sp>
      <p:grpSp>
        <p:nvGrpSpPr>
          <p:cNvPr id="6" name="LegendLines" hidden="1">
            <a:extLst>
              <a:ext uri="{FF2B5EF4-FFF2-40B4-BE49-F238E27FC236}">
                <a16:creationId xmlns:a16="http://schemas.microsoft.com/office/drawing/2014/main" id="{8B9D67DE-8A78-75E3-A2F0-5C3D4268B295}"/>
              </a:ext>
            </a:extLst>
          </p:cNvPr>
          <p:cNvGrpSpPr/>
          <p:nvPr userDrawn="1"/>
        </p:nvGrpSpPr>
        <p:grpSpPr>
          <a:xfrm>
            <a:off x="7737976" y="2516265"/>
            <a:ext cx="994780" cy="718715"/>
            <a:chOff x="10162879" y="3243771"/>
            <a:chExt cx="1326373" cy="958287"/>
          </a:xfrm>
        </p:grpSpPr>
        <p:sp>
          <p:nvSpPr>
            <p:cNvPr id="7" name="Legend1" hidden="1">
              <a:extLst>
                <a:ext uri="{FF2B5EF4-FFF2-40B4-BE49-F238E27FC236}">
                  <a16:creationId xmlns:a16="http://schemas.microsoft.com/office/drawing/2014/main" id="{1815C4C1-0555-4D03-809D-AD294DDF847A}"/>
                </a:ext>
              </a:extLst>
            </p:cNvPr>
            <p:cNvSpPr txBox="1"/>
            <p:nvPr/>
          </p:nvSpPr>
          <p:spPr>
            <a:xfrm>
              <a:off x="10886523" y="3243771"/>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8" name="Legend2" hidden="1">
              <a:extLst>
                <a:ext uri="{FF2B5EF4-FFF2-40B4-BE49-F238E27FC236}">
                  <a16:creationId xmlns:a16="http://schemas.microsoft.com/office/drawing/2014/main" id="{EB14A30C-CAEB-3E4A-55BC-BA60D567F589}"/>
                </a:ext>
              </a:extLst>
            </p:cNvPr>
            <p:cNvSpPr txBox="1"/>
            <p:nvPr/>
          </p:nvSpPr>
          <p:spPr>
            <a:xfrm>
              <a:off x="10886521" y="3615192"/>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9" name="Legend3" hidden="1">
              <a:extLst>
                <a:ext uri="{FF2B5EF4-FFF2-40B4-BE49-F238E27FC236}">
                  <a16:creationId xmlns:a16="http://schemas.microsoft.com/office/drawing/2014/main" id="{6861EF19-E65D-F0A1-F4B8-575F7DB025B1}"/>
                </a:ext>
              </a:extLst>
            </p:cNvPr>
            <p:cNvSpPr txBox="1"/>
            <p:nvPr/>
          </p:nvSpPr>
          <p:spPr>
            <a:xfrm>
              <a:off x="10886521" y="3986614"/>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0" name="LineLegend3" hidden="1">
              <a:extLst>
                <a:ext uri="{FF2B5EF4-FFF2-40B4-BE49-F238E27FC236}">
                  <a16:creationId xmlns:a16="http://schemas.microsoft.com/office/drawing/2014/main" id="{7FF4AFFB-9547-7BD8-B5BB-549101A5A435}"/>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050" baseline="0">
                <a:ea typeface="+mn-ea"/>
              </a:endParaRPr>
            </a:p>
          </p:txBody>
        </p:sp>
        <p:sp>
          <p:nvSpPr>
            <p:cNvPr id="11" name="LineLegend2" hidden="1">
              <a:extLst>
                <a:ext uri="{FF2B5EF4-FFF2-40B4-BE49-F238E27FC236}">
                  <a16:creationId xmlns:a16="http://schemas.microsoft.com/office/drawing/2014/main" id="{2E2B22F9-DA5E-69BA-AF0F-F843E610D698}"/>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050" baseline="0">
                <a:ea typeface="+mn-ea"/>
              </a:endParaRPr>
            </a:p>
          </p:txBody>
        </p:sp>
        <p:sp>
          <p:nvSpPr>
            <p:cNvPr id="12" name="LineLegend1" hidden="1">
              <a:extLst>
                <a:ext uri="{FF2B5EF4-FFF2-40B4-BE49-F238E27FC236}">
                  <a16:creationId xmlns:a16="http://schemas.microsoft.com/office/drawing/2014/main" id="{D6546B83-B7C5-9AAC-0EFD-A16B29759E24}"/>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050" baseline="0">
                <a:ea typeface="+mn-ea"/>
              </a:endParaRPr>
            </a:p>
          </p:txBody>
        </p:sp>
      </p:grpSp>
      <p:grpSp>
        <p:nvGrpSpPr>
          <p:cNvPr id="13" name="LegendMoons" hidden="1">
            <a:extLst>
              <a:ext uri="{FF2B5EF4-FFF2-40B4-BE49-F238E27FC236}">
                <a16:creationId xmlns:a16="http://schemas.microsoft.com/office/drawing/2014/main" id="{4F9AFE58-805E-598C-BED4-820A5D83133D}"/>
              </a:ext>
            </a:extLst>
          </p:cNvPr>
          <p:cNvGrpSpPr/>
          <p:nvPr userDrawn="1"/>
        </p:nvGrpSpPr>
        <p:grpSpPr>
          <a:xfrm>
            <a:off x="8016235" y="1061988"/>
            <a:ext cx="716521" cy="1298894"/>
            <a:chOff x="7723680" y="1702457"/>
            <a:chExt cx="955362" cy="1731859"/>
          </a:xfrm>
        </p:grpSpPr>
        <p:sp>
          <p:nvSpPr>
            <p:cNvPr id="14" name="Legend1" hidden="1">
              <a:extLst>
                <a:ext uri="{FF2B5EF4-FFF2-40B4-BE49-F238E27FC236}">
                  <a16:creationId xmlns:a16="http://schemas.microsoft.com/office/drawing/2014/main" id="{0E2B5C85-7661-5962-BBEB-E667AA6BA8B9}"/>
                </a:ext>
              </a:extLst>
            </p:cNvPr>
            <p:cNvSpPr txBox="1"/>
            <p:nvPr/>
          </p:nvSpPr>
          <p:spPr>
            <a:xfrm>
              <a:off x="8076312" y="1709816"/>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5" name="Legend2" hidden="1">
              <a:extLst>
                <a:ext uri="{FF2B5EF4-FFF2-40B4-BE49-F238E27FC236}">
                  <a16:creationId xmlns:a16="http://schemas.microsoft.com/office/drawing/2014/main" id="{F0A7D95A-EDF4-B336-E045-545E7CD0FBCC}"/>
                </a:ext>
              </a:extLst>
            </p:cNvPr>
            <p:cNvSpPr txBox="1"/>
            <p:nvPr/>
          </p:nvSpPr>
          <p:spPr>
            <a:xfrm>
              <a:off x="8076312" y="2085274"/>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7" name="Legend3" hidden="1">
              <a:extLst>
                <a:ext uri="{FF2B5EF4-FFF2-40B4-BE49-F238E27FC236}">
                  <a16:creationId xmlns:a16="http://schemas.microsoft.com/office/drawing/2014/main" id="{AC2FF911-55DD-8E96-4E9C-7D0827CEACD6}"/>
                </a:ext>
              </a:extLst>
            </p:cNvPr>
            <p:cNvSpPr txBox="1"/>
            <p:nvPr/>
          </p:nvSpPr>
          <p:spPr>
            <a:xfrm>
              <a:off x="8076312" y="2460733"/>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8" name="Legend4" hidden="1">
              <a:extLst>
                <a:ext uri="{FF2B5EF4-FFF2-40B4-BE49-F238E27FC236}">
                  <a16:creationId xmlns:a16="http://schemas.microsoft.com/office/drawing/2014/main" id="{18739268-E554-1CD1-38A0-CD6F2FC0CC46}"/>
                </a:ext>
              </a:extLst>
            </p:cNvPr>
            <p:cNvSpPr txBox="1"/>
            <p:nvPr/>
          </p:nvSpPr>
          <p:spPr>
            <a:xfrm>
              <a:off x="8076312" y="2836192"/>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9" name="Legend5" hidden="1">
              <a:extLst>
                <a:ext uri="{FF2B5EF4-FFF2-40B4-BE49-F238E27FC236}">
                  <a16:creationId xmlns:a16="http://schemas.microsoft.com/office/drawing/2014/main" id="{28ABD776-9CDD-E80F-99CA-B64A67516425}"/>
                </a:ext>
              </a:extLst>
            </p:cNvPr>
            <p:cNvSpPr txBox="1"/>
            <p:nvPr/>
          </p:nvSpPr>
          <p:spPr>
            <a:xfrm>
              <a:off x="8076312" y="3211653"/>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grpSp>
          <p:nvGrpSpPr>
            <p:cNvPr id="20" name="MoonLegend1" hidden="1">
              <a:extLst>
                <a:ext uri="{FF2B5EF4-FFF2-40B4-BE49-F238E27FC236}">
                  <a16:creationId xmlns:a16="http://schemas.microsoft.com/office/drawing/2014/main" id="{B2BE1954-684F-978D-7A8C-3CCAA404E91F}"/>
                </a:ext>
              </a:extLst>
            </p:cNvPr>
            <p:cNvGrpSpPr>
              <a:grpSpLocks noChangeAspect="1"/>
            </p:cNvGrpSpPr>
            <p:nvPr>
              <p:custDataLst>
                <p:tags r:id="rId18"/>
              </p:custDataLst>
            </p:nvPr>
          </p:nvGrpSpPr>
          <p:grpSpPr>
            <a:xfrm>
              <a:off x="7723680" y="1702457"/>
              <a:ext cx="228600" cy="228600"/>
              <a:chOff x="762000" y="1270000"/>
              <a:chExt cx="254000" cy="254000"/>
            </a:xfrm>
          </p:grpSpPr>
          <p:sp>
            <p:nvSpPr>
              <p:cNvPr id="33" name="Oval 32" hidden="1">
                <a:extLst>
                  <a:ext uri="{FF2B5EF4-FFF2-40B4-BE49-F238E27FC236}">
                    <a16:creationId xmlns:a16="http://schemas.microsoft.com/office/drawing/2014/main" id="{C62686AF-1436-0173-97B1-84E1DA44F488}"/>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4" name="Arc 33" hidden="1">
                <a:extLst>
                  <a:ext uri="{FF2B5EF4-FFF2-40B4-BE49-F238E27FC236}">
                    <a16:creationId xmlns:a16="http://schemas.microsoft.com/office/drawing/2014/main" id="{F4B3E7C9-A63D-F58B-1C06-BDDE92AD0291}"/>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1" name="MoonLegend2" hidden="1">
              <a:extLst>
                <a:ext uri="{FF2B5EF4-FFF2-40B4-BE49-F238E27FC236}">
                  <a16:creationId xmlns:a16="http://schemas.microsoft.com/office/drawing/2014/main" id="{358F4A1A-7128-86E9-CD4F-21A98C5DF3E6}"/>
                </a:ext>
              </a:extLst>
            </p:cNvPr>
            <p:cNvGrpSpPr>
              <a:grpSpLocks noChangeAspect="1"/>
            </p:cNvGrpSpPr>
            <p:nvPr>
              <p:custDataLst>
                <p:tags r:id="rId19"/>
              </p:custDataLst>
            </p:nvPr>
          </p:nvGrpSpPr>
          <p:grpSpPr>
            <a:xfrm>
              <a:off x="7723680" y="2078270"/>
              <a:ext cx="228600" cy="228600"/>
              <a:chOff x="762000" y="1270000"/>
              <a:chExt cx="254000" cy="254000"/>
            </a:xfrm>
          </p:grpSpPr>
          <p:sp>
            <p:nvSpPr>
              <p:cNvPr id="31" name="Oval 30" hidden="1">
                <a:extLst>
                  <a:ext uri="{FF2B5EF4-FFF2-40B4-BE49-F238E27FC236}">
                    <a16:creationId xmlns:a16="http://schemas.microsoft.com/office/drawing/2014/main" id="{CB3F669B-6F1D-86E9-25CB-5164763192C6}"/>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2" name="Arc 31" hidden="1">
                <a:extLst>
                  <a:ext uri="{FF2B5EF4-FFF2-40B4-BE49-F238E27FC236}">
                    <a16:creationId xmlns:a16="http://schemas.microsoft.com/office/drawing/2014/main" id="{34F620A3-FD02-6997-1D75-FDD1C440B617}"/>
                  </a:ext>
                </a:extLst>
              </p:cNvPr>
              <p:cNvSpPr/>
              <p:nvPr>
                <p:custDataLst>
                  <p:tags r:id="rId3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2" name="MoonLegend3" hidden="1">
              <a:extLst>
                <a:ext uri="{FF2B5EF4-FFF2-40B4-BE49-F238E27FC236}">
                  <a16:creationId xmlns:a16="http://schemas.microsoft.com/office/drawing/2014/main" id="{6F76D523-3F7E-0992-9DFD-858E6797C1E6}"/>
                </a:ext>
              </a:extLst>
            </p:cNvPr>
            <p:cNvGrpSpPr>
              <a:grpSpLocks noChangeAspect="1"/>
            </p:cNvGrpSpPr>
            <p:nvPr>
              <p:custDataLst>
                <p:tags r:id="rId20"/>
              </p:custDataLst>
            </p:nvPr>
          </p:nvGrpSpPr>
          <p:grpSpPr>
            <a:xfrm>
              <a:off x="7723680" y="2454085"/>
              <a:ext cx="228600" cy="228600"/>
              <a:chOff x="762000" y="1270000"/>
              <a:chExt cx="254000" cy="254000"/>
            </a:xfrm>
          </p:grpSpPr>
          <p:sp>
            <p:nvSpPr>
              <p:cNvPr id="29" name="Oval 28" hidden="1">
                <a:extLst>
                  <a:ext uri="{FF2B5EF4-FFF2-40B4-BE49-F238E27FC236}">
                    <a16:creationId xmlns:a16="http://schemas.microsoft.com/office/drawing/2014/main" id="{4A8AFFC7-B52D-D7AC-5FA6-DA0E52A8B99E}"/>
                  </a:ext>
                </a:extLst>
              </p:cNvPr>
              <p:cNvSpPr/>
              <p:nvPr>
                <p:custDataLst>
                  <p:tags r:id="rId2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0" name="Arc 29" hidden="1">
                <a:extLst>
                  <a:ext uri="{FF2B5EF4-FFF2-40B4-BE49-F238E27FC236}">
                    <a16:creationId xmlns:a16="http://schemas.microsoft.com/office/drawing/2014/main" id="{39DCA7B8-28BF-7FA7-1DC0-EF4838AC5656}"/>
                  </a:ext>
                </a:extLst>
              </p:cNvPr>
              <p:cNvSpPr/>
              <p:nvPr>
                <p:custDataLst>
                  <p:tags r:id="rId2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3" name="MoonLegend4" hidden="1">
              <a:extLst>
                <a:ext uri="{FF2B5EF4-FFF2-40B4-BE49-F238E27FC236}">
                  <a16:creationId xmlns:a16="http://schemas.microsoft.com/office/drawing/2014/main" id="{2794A4E2-DE40-1317-8AFA-D7EA54F30F71}"/>
                </a:ext>
              </a:extLst>
            </p:cNvPr>
            <p:cNvGrpSpPr>
              <a:grpSpLocks noChangeAspect="1"/>
            </p:cNvGrpSpPr>
            <p:nvPr>
              <p:custDataLst>
                <p:tags r:id="rId21"/>
              </p:custDataLst>
            </p:nvPr>
          </p:nvGrpSpPr>
          <p:grpSpPr>
            <a:xfrm>
              <a:off x="7723680" y="2829900"/>
              <a:ext cx="228600" cy="228600"/>
              <a:chOff x="762000" y="1270000"/>
              <a:chExt cx="254000" cy="254000"/>
            </a:xfrm>
          </p:grpSpPr>
          <p:sp>
            <p:nvSpPr>
              <p:cNvPr id="27" name="Oval 26" hidden="1">
                <a:extLst>
                  <a:ext uri="{FF2B5EF4-FFF2-40B4-BE49-F238E27FC236}">
                    <a16:creationId xmlns:a16="http://schemas.microsoft.com/office/drawing/2014/main" id="{4CD6348F-A699-3095-52C7-3450DB41AC72}"/>
                  </a:ext>
                </a:extLst>
              </p:cNvPr>
              <p:cNvSpPr/>
              <p:nvPr>
                <p:custDataLst>
                  <p:tags r:id="rId2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8" name="Arc 27" hidden="1">
                <a:extLst>
                  <a:ext uri="{FF2B5EF4-FFF2-40B4-BE49-F238E27FC236}">
                    <a16:creationId xmlns:a16="http://schemas.microsoft.com/office/drawing/2014/main" id="{E1770A7C-F6B0-E483-55D4-4AE6C710AF44}"/>
                  </a:ext>
                </a:extLst>
              </p:cNvPr>
              <p:cNvSpPr/>
              <p:nvPr>
                <p:custDataLst>
                  <p:tags r:id="rId2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4" name="MoonLegend5" hidden="1">
              <a:extLst>
                <a:ext uri="{FF2B5EF4-FFF2-40B4-BE49-F238E27FC236}">
                  <a16:creationId xmlns:a16="http://schemas.microsoft.com/office/drawing/2014/main" id="{A1D98B2C-A4C5-CB51-42A8-2B98BD787E4A}"/>
                </a:ext>
              </a:extLst>
            </p:cNvPr>
            <p:cNvGrpSpPr>
              <a:grpSpLocks noChangeAspect="1"/>
            </p:cNvGrpSpPr>
            <p:nvPr>
              <p:custDataLst>
                <p:tags r:id="rId22"/>
              </p:custDataLst>
            </p:nvPr>
          </p:nvGrpSpPr>
          <p:grpSpPr>
            <a:xfrm>
              <a:off x="7723680" y="3205716"/>
              <a:ext cx="228600" cy="228600"/>
              <a:chOff x="762000" y="1270000"/>
              <a:chExt cx="254000" cy="254000"/>
            </a:xfrm>
          </p:grpSpPr>
          <p:sp>
            <p:nvSpPr>
              <p:cNvPr id="25" name="Oval 24" hidden="1">
                <a:extLst>
                  <a:ext uri="{FF2B5EF4-FFF2-40B4-BE49-F238E27FC236}">
                    <a16:creationId xmlns:a16="http://schemas.microsoft.com/office/drawing/2014/main" id="{F0C738D3-2697-9660-B6FE-CBF1CEF8B088}"/>
                  </a:ext>
                </a:extLst>
              </p:cNvPr>
              <p:cNvSpPr/>
              <p:nvPr>
                <p:custDataLst>
                  <p:tags r:id="rId2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6" name="Arc 25" hidden="1">
                <a:extLst>
                  <a:ext uri="{FF2B5EF4-FFF2-40B4-BE49-F238E27FC236}">
                    <a16:creationId xmlns:a16="http://schemas.microsoft.com/office/drawing/2014/main" id="{CE1E3FA3-DD41-9637-50DF-D326DC744E3C}"/>
                  </a:ext>
                </a:extLst>
              </p:cNvPr>
              <p:cNvSpPr/>
              <p:nvPr>
                <p:custDataLst>
                  <p:tags r:id="rId2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grpSp>
        <p:nvGrpSpPr>
          <p:cNvPr id="35" name="LegendBoxes" hidden="1">
            <a:extLst>
              <a:ext uri="{FF2B5EF4-FFF2-40B4-BE49-F238E27FC236}">
                <a16:creationId xmlns:a16="http://schemas.microsoft.com/office/drawing/2014/main" id="{1E79EDA0-422A-511C-4695-7A4856D3D318}"/>
              </a:ext>
            </a:extLst>
          </p:cNvPr>
          <p:cNvGrpSpPr/>
          <p:nvPr userDrawn="1"/>
        </p:nvGrpSpPr>
        <p:grpSpPr>
          <a:xfrm>
            <a:off x="8036098" y="3390367"/>
            <a:ext cx="696657" cy="1287961"/>
            <a:chOff x="10652400" y="4322823"/>
            <a:chExt cx="928876" cy="1717282"/>
          </a:xfrm>
        </p:grpSpPr>
        <p:sp>
          <p:nvSpPr>
            <p:cNvPr id="36" name="RectangleLegend1" hidden="1">
              <a:extLst>
                <a:ext uri="{FF2B5EF4-FFF2-40B4-BE49-F238E27FC236}">
                  <a16:creationId xmlns:a16="http://schemas.microsoft.com/office/drawing/2014/main" id="{D8666519-5C32-77E5-C599-42074886B78B}"/>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37" name="RectangleLegend2" hidden="1">
              <a:extLst>
                <a:ext uri="{FF2B5EF4-FFF2-40B4-BE49-F238E27FC236}">
                  <a16:creationId xmlns:a16="http://schemas.microsoft.com/office/drawing/2014/main" id="{86DF5F9B-401C-3575-2295-45F65CEBC907}"/>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38" name="RectangleLegend3" hidden="1">
              <a:extLst>
                <a:ext uri="{FF2B5EF4-FFF2-40B4-BE49-F238E27FC236}">
                  <a16:creationId xmlns:a16="http://schemas.microsoft.com/office/drawing/2014/main" id="{6C8580F2-AFEA-6900-EE0D-1EC0851FEE6D}"/>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39" name="RectangleLegend4" hidden="1">
              <a:extLst>
                <a:ext uri="{FF2B5EF4-FFF2-40B4-BE49-F238E27FC236}">
                  <a16:creationId xmlns:a16="http://schemas.microsoft.com/office/drawing/2014/main" id="{C5AE20AF-9726-9D39-3F3D-3B9B0688DF6E}"/>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40" name="RectangleLegend5" hidden="1">
              <a:extLst>
                <a:ext uri="{FF2B5EF4-FFF2-40B4-BE49-F238E27FC236}">
                  <a16:creationId xmlns:a16="http://schemas.microsoft.com/office/drawing/2014/main" id="{9C673DDF-6957-D222-F2D5-D672D21A4020}"/>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41" name="Legend1" hidden="1">
              <a:extLst>
                <a:ext uri="{FF2B5EF4-FFF2-40B4-BE49-F238E27FC236}">
                  <a16:creationId xmlns:a16="http://schemas.microsoft.com/office/drawing/2014/main" id="{2B583D84-5105-8320-2F6F-B531E53E71C6}"/>
                </a:ext>
              </a:extLst>
            </p:cNvPr>
            <p:cNvSpPr txBox="1"/>
            <p:nvPr/>
          </p:nvSpPr>
          <p:spPr>
            <a:xfrm>
              <a:off x="10978547" y="4322823"/>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2" name="Legend2" hidden="1">
              <a:extLst>
                <a:ext uri="{FF2B5EF4-FFF2-40B4-BE49-F238E27FC236}">
                  <a16:creationId xmlns:a16="http://schemas.microsoft.com/office/drawing/2014/main" id="{24B73900-AC89-44B2-6BF7-8C5D349F4A8D}"/>
                </a:ext>
              </a:extLst>
            </p:cNvPr>
            <p:cNvSpPr txBox="1"/>
            <p:nvPr/>
          </p:nvSpPr>
          <p:spPr>
            <a:xfrm>
              <a:off x="10978547" y="4702322"/>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3" name="Legend3" hidden="1">
              <a:extLst>
                <a:ext uri="{FF2B5EF4-FFF2-40B4-BE49-F238E27FC236}">
                  <a16:creationId xmlns:a16="http://schemas.microsoft.com/office/drawing/2014/main" id="{F3F5504D-58A3-FB19-7854-7BD905CC5397}"/>
                </a:ext>
              </a:extLst>
            </p:cNvPr>
            <p:cNvSpPr txBox="1"/>
            <p:nvPr/>
          </p:nvSpPr>
          <p:spPr>
            <a:xfrm>
              <a:off x="10978547" y="5081819"/>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4" name="Legend4" hidden="1">
              <a:extLst>
                <a:ext uri="{FF2B5EF4-FFF2-40B4-BE49-F238E27FC236}">
                  <a16:creationId xmlns:a16="http://schemas.microsoft.com/office/drawing/2014/main" id="{53CB20FF-7BEC-178D-CCDF-4A9F3A224B3E}"/>
                </a:ext>
              </a:extLst>
            </p:cNvPr>
            <p:cNvSpPr txBox="1"/>
            <p:nvPr/>
          </p:nvSpPr>
          <p:spPr>
            <a:xfrm>
              <a:off x="10978547" y="5453241"/>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5" name="Legend5" hidden="1">
              <a:extLst>
                <a:ext uri="{FF2B5EF4-FFF2-40B4-BE49-F238E27FC236}">
                  <a16:creationId xmlns:a16="http://schemas.microsoft.com/office/drawing/2014/main" id="{B453618B-274E-C16C-200E-A44F0375AE66}"/>
                </a:ext>
              </a:extLst>
            </p:cNvPr>
            <p:cNvSpPr txBox="1"/>
            <p:nvPr/>
          </p:nvSpPr>
          <p:spPr>
            <a:xfrm>
              <a:off x="10978545" y="5824661"/>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grpSp>
      <p:pic>
        <p:nvPicPr>
          <p:cNvPr id="47" name="Imagen 46">
            <a:extLst>
              <a:ext uri="{FF2B5EF4-FFF2-40B4-BE49-F238E27FC236}">
                <a16:creationId xmlns:a16="http://schemas.microsoft.com/office/drawing/2014/main" id="{F1BC93E0-32E9-C528-A6C8-23FCAB7046B0}"/>
              </a:ext>
            </a:extLst>
          </p:cNvPr>
          <p:cNvPicPr>
            <a:picLocks noChangeAspect="1"/>
          </p:cNvPicPr>
          <p:nvPr userDrawn="1"/>
        </p:nvPicPr>
        <p:blipFill>
          <a:blip r:embed="rId35"/>
          <a:stretch>
            <a:fillRect/>
          </a:stretch>
        </p:blipFill>
        <p:spPr>
          <a:xfrm>
            <a:off x="8473677" y="104776"/>
            <a:ext cx="525068" cy="239108"/>
          </a:xfrm>
          <a:prstGeom prst="rect">
            <a:avLst/>
          </a:prstGeom>
        </p:spPr>
      </p:pic>
    </p:spTree>
    <p:extLst>
      <p:ext uri="{BB962C8B-B14F-4D97-AF65-F5344CB8AC3E}">
        <p14:creationId xmlns:p14="http://schemas.microsoft.com/office/powerpoint/2010/main" val="1546556082"/>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l" defTabSz="685800" rtl="0" eaLnBrk="1" latinLnBrk="0" hangingPunct="1">
        <a:lnSpc>
          <a:spcPct val="100000"/>
        </a:lnSpc>
        <a:spcBef>
          <a:spcPct val="0"/>
        </a:spcBef>
        <a:buNone/>
        <a:defRPr lang="en-US" sz="1875" b="1" kern="1200" spc="0" baseline="0" dirty="0">
          <a:ln w="6350" cap="flat">
            <a:noFill/>
            <a:miter lim="800000"/>
          </a:ln>
          <a:solidFill>
            <a:schemeClr val="tx1"/>
          </a:solidFill>
          <a:latin typeface="+mj-lt"/>
          <a:ea typeface="+mj-ea"/>
          <a:cs typeface="+mj-cs"/>
        </a:defRPr>
      </a:lvl1pPr>
    </p:titleStyle>
    <p:bodyStyle>
      <a:lvl1pPr marL="0" indent="0" algn="l" defTabSz="685800" rtl="0" eaLnBrk="1" latinLnBrk="0" hangingPunct="1">
        <a:lnSpc>
          <a:spcPct val="100000"/>
        </a:lnSpc>
        <a:spcBef>
          <a:spcPts val="225"/>
        </a:spcBef>
        <a:spcAft>
          <a:spcPts val="225"/>
        </a:spcAft>
        <a:buClr>
          <a:schemeClr val="tx1"/>
        </a:buClr>
        <a:buSzPct val="100000"/>
        <a:buFont typeface="Segoe UI" panose="020B0502040204020203" pitchFamily="34" charset="0"/>
        <a:buChar char="​"/>
        <a:defRPr lang="en-US" sz="1200" kern="1200" dirty="0">
          <a:solidFill>
            <a:schemeClr val="tx1"/>
          </a:solidFill>
          <a:latin typeface="+mn-lt"/>
          <a:ea typeface="+mn-ea"/>
          <a:cs typeface="Arial" panose="020B0604020202020204" pitchFamily="34" charset="0"/>
        </a:defRPr>
      </a:lvl1pPr>
      <a:lvl2pPr marL="172797" indent="-170097" algn="l" defTabSz="685800" rtl="0" eaLnBrk="1" latinLnBrk="0" hangingPunct="1">
        <a:lnSpc>
          <a:spcPct val="100000"/>
        </a:lnSpc>
        <a:spcBef>
          <a:spcPts val="0"/>
        </a:spcBef>
        <a:spcAft>
          <a:spcPts val="225"/>
        </a:spcAft>
        <a:buClr>
          <a:schemeClr val="accent1"/>
        </a:buClr>
        <a:buSzPct val="110000"/>
        <a:buFont typeface="Arial" panose="020B0604020202020204" pitchFamily="34" charset="0"/>
        <a:buChar char="•"/>
        <a:defRPr lang="en-US" sz="1200" i="0" kern="1200" dirty="0">
          <a:solidFill>
            <a:schemeClr val="tx1"/>
          </a:solidFill>
          <a:latin typeface="+mn-lt"/>
          <a:ea typeface="+mn-ea"/>
          <a:cs typeface="+mn-cs"/>
        </a:defRPr>
      </a:lvl2pPr>
      <a:lvl3pPr marL="332095" indent="-161998" algn="l" defTabSz="685800" rtl="0" eaLnBrk="1" latinLnBrk="0" hangingPunct="1">
        <a:lnSpc>
          <a:spcPct val="100000"/>
        </a:lnSpc>
        <a:spcBef>
          <a:spcPts val="0"/>
        </a:spcBef>
        <a:spcAft>
          <a:spcPts val="225"/>
        </a:spcAft>
        <a:buClr>
          <a:schemeClr val="accent1"/>
        </a:buClr>
        <a:buSzPct val="110000"/>
        <a:buFont typeface="Arial" panose="020B0604020202020204" pitchFamily="34" charset="0"/>
        <a:buChar char="‒"/>
        <a:defRPr lang="en-US" sz="1200" i="0" kern="1200" dirty="0">
          <a:solidFill>
            <a:schemeClr val="tx1"/>
          </a:solidFill>
          <a:latin typeface="+mn-lt"/>
          <a:ea typeface="+mn-ea"/>
          <a:cs typeface="+mn-cs"/>
        </a:defRPr>
      </a:lvl3pPr>
      <a:lvl4pPr marL="448193" indent="-113399" algn="l" defTabSz="685800" rtl="0" eaLnBrk="1" latinLnBrk="0" hangingPunct="1">
        <a:lnSpc>
          <a:spcPct val="100000"/>
        </a:lnSpc>
        <a:spcBef>
          <a:spcPts val="0"/>
        </a:spcBef>
        <a:spcAft>
          <a:spcPts val="225"/>
        </a:spcAft>
        <a:buClr>
          <a:schemeClr val="accent1"/>
        </a:buClr>
        <a:buSzPct val="100000"/>
        <a:buFont typeface="Arial" panose="020B0604020202020204" pitchFamily="34" charset="0"/>
        <a:buChar char="•"/>
        <a:defRPr lang="en-US" sz="1200" kern="1200" dirty="0">
          <a:solidFill>
            <a:schemeClr val="tx1"/>
          </a:solidFill>
          <a:latin typeface="+mn-lt"/>
          <a:ea typeface="+mn-ea"/>
          <a:cs typeface="+mn-cs"/>
        </a:defRPr>
      </a:lvl4pPr>
      <a:lvl5pPr marL="612890" indent="-110699" algn="l" defTabSz="685800" rtl="0" eaLnBrk="1" latinLnBrk="0" hangingPunct="1">
        <a:lnSpc>
          <a:spcPct val="100000"/>
        </a:lnSpc>
        <a:spcBef>
          <a:spcPts val="0"/>
        </a:spcBef>
        <a:spcAft>
          <a:spcPts val="225"/>
        </a:spcAft>
        <a:buClr>
          <a:schemeClr val="accent1"/>
        </a:buClr>
        <a:buSzPct val="100000"/>
        <a:buFont typeface="Arial" panose="020B0604020202020204" pitchFamily="34" charset="0"/>
        <a:buChar char="̶"/>
        <a:defRPr lang="en-US" sz="1200" kern="1200" dirty="0">
          <a:solidFill>
            <a:schemeClr val="tx1"/>
          </a:solidFill>
          <a:latin typeface="+mn-lt"/>
          <a:ea typeface="+mn-ea"/>
          <a:cs typeface="+mn-cs"/>
        </a:defRPr>
      </a:lvl5pPr>
      <a:lvl6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6pPr>
      <a:lvl7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7pPr>
      <a:lvl8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8pPr>
      <a:lvl9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78">
          <p15:clr>
            <a:srgbClr val="5ACBF0"/>
          </p15:clr>
        </p15:guide>
        <p15:guide id="3" orient="horz" pos="3912">
          <p15:clr>
            <a:srgbClr val="5ACBF0"/>
          </p15:clr>
        </p15:guide>
        <p15:guide id="4" orient="horz" pos="890">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3"/>
            </p:custDataLst>
            <p:extLst>
              <p:ext uri="{D42A27DB-BD31-4B8C-83A1-F6EECF244321}">
                <p14:modId xmlns:p14="http://schemas.microsoft.com/office/powerpoint/2010/main" val="94685243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3" imgW="413" imgH="416" progId="TCLayout.ActiveDocument.1">
                  <p:embed/>
                </p:oleObj>
              </mc:Choice>
              <mc:Fallback>
                <p:oleObj name="think-cell Slide" r:id="rId33"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34"/>
                      <a:stretch>
                        <a:fillRect/>
                      </a:stretch>
                    </p:blipFill>
                    <p:spPr>
                      <a:xfrm>
                        <a:off x="1191" y="1191"/>
                        <a:ext cx="1191" cy="1191"/>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4"/>
            </p:custDataLst>
          </p:nvPr>
        </p:nvSpPr>
        <p:spPr>
          <a:xfrm>
            <a:off x="0" y="0"/>
            <a:ext cx="119063" cy="119063"/>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225"/>
              </a:spcBef>
              <a:spcAft>
                <a:spcPts val="225"/>
              </a:spcAft>
            </a:pPr>
            <a:endParaRPr lang="en-US" sz="1875" b="1" i="0" baseline="0">
              <a:solidFill>
                <a:schemeClr val="bg1"/>
              </a:solidFill>
              <a:latin typeface="Arial" panose="020B0604020202020204" pitchFamily="34" charset="0"/>
              <a:ea typeface="+mj-ea"/>
              <a:cs typeface="+mj-cs"/>
              <a:sym typeface="Arial" panose="020B0604020202020204" pitchFamily="34" charset="0"/>
            </a:endParaRPr>
          </a:p>
        </p:txBody>
      </p:sp>
      <p:grpSp>
        <p:nvGrpSpPr>
          <p:cNvPr id="170" name="Grid" hidden="1">
            <a:extLst>
              <a:ext uri="{FF2B5EF4-FFF2-40B4-BE49-F238E27FC236}">
                <a16:creationId xmlns:a16="http://schemas.microsoft.com/office/drawing/2014/main" id="{3BBFEB30-B5C9-4D5C-9A82-066C6BF363E3}"/>
              </a:ext>
            </a:extLst>
          </p:cNvPr>
          <p:cNvGrpSpPr/>
          <p:nvPr userDrawn="1"/>
        </p:nvGrpSpPr>
        <p:grpSpPr>
          <a:xfrm>
            <a:off x="0" y="0"/>
            <a:ext cx="9142857" cy="5143500"/>
            <a:chOff x="0" y="0"/>
            <a:chExt cx="12190476" cy="6858000"/>
          </a:xfrm>
        </p:grpSpPr>
        <p:sp>
          <p:nvSpPr>
            <p:cNvPr id="171" name="Freeform: Shape 170">
              <a:extLst>
                <a:ext uri="{FF2B5EF4-FFF2-40B4-BE49-F238E27FC236}">
                  <a16:creationId xmlns:a16="http://schemas.microsoft.com/office/drawing/2014/main" id="{950B3518-D8B6-4062-A4CE-0C1A1A286FE1}"/>
                </a:ext>
              </a:extLst>
            </p:cNvPr>
            <p:cNvSpPr/>
            <p:nvPr userDrawn="1"/>
          </p:nvSpPr>
          <p:spPr bwMode="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172" name="Freeform: Shape 171">
              <a:extLst>
                <a:ext uri="{FF2B5EF4-FFF2-40B4-BE49-F238E27FC236}">
                  <a16:creationId xmlns:a16="http://schemas.microsoft.com/office/drawing/2014/main" id="{EC45F528-EF91-4619-AF16-5D11F63D2FFC}"/>
                </a:ext>
              </a:extLst>
            </p:cNvPr>
            <p:cNvSpPr/>
            <p:nvPr/>
          </p:nvSpPr>
          <p:spPr bwMode="gray">
            <a:xfrm>
              <a:off x="1524" y="0"/>
              <a:ext cx="12188952" cy="6858000"/>
            </a:xfrm>
            <a:custGeom>
              <a:avLst/>
              <a:gdLst>
                <a:gd name="connsiteX0" fmla="*/ 553212 w 12188952"/>
                <a:gd name="connsiteY0" fmla="*/ 1405610 h 6858000"/>
                <a:gd name="connsiteX1" fmla="*/ 553212 w 12188952"/>
                <a:gd name="connsiteY1" fmla="*/ 1709928 h 6858000"/>
                <a:gd name="connsiteX2" fmla="*/ 551868 w 12188952"/>
                <a:gd name="connsiteY2" fmla="*/ 1709928 h 6858000"/>
                <a:gd name="connsiteX3" fmla="*/ 551868 w 12188952"/>
                <a:gd name="connsiteY3" fmla="*/ 6217920 h 6858000"/>
                <a:gd name="connsiteX4" fmla="*/ 553212 w 12188952"/>
                <a:gd name="connsiteY4" fmla="*/ 6217920 h 6858000"/>
                <a:gd name="connsiteX5" fmla="*/ 11635740 w 12188952"/>
                <a:gd name="connsiteY5" fmla="*/ 6217920 h 6858000"/>
                <a:gd name="connsiteX6" fmla="*/ 11636196 w 12188952"/>
                <a:gd name="connsiteY6" fmla="*/ 6217920 h 6858000"/>
                <a:gd name="connsiteX7" fmla="*/ 11636196 w 12188952"/>
                <a:gd name="connsiteY7" fmla="*/ 1709928 h 6858000"/>
                <a:gd name="connsiteX8" fmla="*/ 11635740 w 12188952"/>
                <a:gd name="connsiteY8" fmla="*/ 1709928 h 6858000"/>
                <a:gd name="connsiteX9" fmla="*/ 11635740 w 12188952"/>
                <a:gd name="connsiteY9" fmla="*/ 1405610 h 6858000"/>
                <a:gd name="connsiteX10" fmla="*/ 0 w 12188952"/>
                <a:gd name="connsiteY10" fmla="*/ 0 h 6858000"/>
                <a:gd name="connsiteX11" fmla="*/ 12188952 w 12188952"/>
                <a:gd name="connsiteY11" fmla="*/ 0 h 6858000"/>
                <a:gd name="connsiteX12" fmla="*/ 12188952 w 12188952"/>
                <a:gd name="connsiteY12" fmla="*/ 6858000 h 6858000"/>
                <a:gd name="connsiteX13" fmla="*/ 0 w 12188952"/>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8952" h="6858000">
                  <a:moveTo>
                    <a:pt x="553212" y="1405610"/>
                  </a:moveTo>
                  <a:lnTo>
                    <a:pt x="553212" y="1709928"/>
                  </a:lnTo>
                  <a:lnTo>
                    <a:pt x="551868" y="1709928"/>
                  </a:lnTo>
                  <a:lnTo>
                    <a:pt x="551868" y="6217920"/>
                  </a:lnTo>
                  <a:lnTo>
                    <a:pt x="553212" y="6217920"/>
                  </a:lnTo>
                  <a:lnTo>
                    <a:pt x="11635740" y="6217920"/>
                  </a:lnTo>
                  <a:lnTo>
                    <a:pt x="11636196" y="6217920"/>
                  </a:lnTo>
                  <a:lnTo>
                    <a:pt x="11636196" y="1709928"/>
                  </a:lnTo>
                  <a:lnTo>
                    <a:pt x="11635740" y="1709928"/>
                  </a:lnTo>
                  <a:lnTo>
                    <a:pt x="11635740" y="1405610"/>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rtl="0"/>
              <a:endParaRPr lang="en-US" sz="1350">
                <a:solidFill>
                  <a:schemeClr val="tx1"/>
                </a:solidFill>
                <a:latin typeface="+mn-lt"/>
              </a:endParaRPr>
            </a:p>
          </p:txBody>
        </p:sp>
        <p:cxnSp>
          <p:nvCxnSpPr>
            <p:cNvPr id="173" name="Straight Connector 172">
              <a:extLst>
                <a:ext uri="{FF2B5EF4-FFF2-40B4-BE49-F238E27FC236}">
                  <a16:creationId xmlns:a16="http://schemas.microsoft.com/office/drawing/2014/main" id="{77ABF7BA-0428-4141-8351-03A2727DECBD}"/>
                </a:ext>
              </a:extLst>
            </p:cNvPr>
            <p:cNvCxnSpPr/>
            <p:nvPr/>
          </p:nvCxnSpPr>
          <p:spPr bwMode="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4EB93D9-2FE5-4212-8DB4-7A0327E33766}"/>
                </a:ext>
              </a:extLst>
            </p:cNvPr>
            <p:cNvCxnSpPr/>
            <p:nvPr/>
          </p:nvCxnSpPr>
          <p:spPr bwMode="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C2F34081-E688-4287-A553-264328F1E1E1}"/>
                </a:ext>
              </a:extLst>
            </p:cNvPr>
            <p:cNvCxnSpPr/>
            <p:nvPr/>
          </p:nvCxnSpPr>
          <p:spPr bwMode="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868CDEE-044B-4D04-A5D3-6A526BE51179}"/>
                </a:ext>
              </a:extLst>
            </p:cNvPr>
            <p:cNvCxnSpPr/>
            <p:nvPr/>
          </p:nvCxnSpPr>
          <p:spPr bwMode="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100C653-5CFA-4B3C-BD97-47499B419B53}"/>
                </a:ext>
              </a:extLst>
            </p:cNvPr>
            <p:cNvCxnSpPr/>
            <p:nvPr/>
          </p:nvCxnSpPr>
          <p:spPr bwMode="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21F5AB2-1154-4ACD-832F-CB2539EE783F}"/>
                </a:ext>
              </a:extLst>
            </p:cNvPr>
            <p:cNvCxnSpPr/>
            <p:nvPr/>
          </p:nvCxnSpPr>
          <p:spPr bwMode="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466910D2-AFA9-4FD1-8D04-D99BB3645452}"/>
                </a:ext>
              </a:extLst>
            </p:cNvPr>
            <p:cNvCxnSpPr/>
            <p:nvPr/>
          </p:nvCxnSpPr>
          <p:spPr bwMode="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769A11B-0399-4716-A212-6F179313A427}"/>
                </a:ext>
              </a:extLst>
            </p:cNvPr>
            <p:cNvCxnSpPr/>
            <p:nvPr/>
          </p:nvCxnSpPr>
          <p:spPr bwMode="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CB3272D-021B-49B8-92A5-D1DEB3202AE0}"/>
                </a:ext>
              </a:extLst>
            </p:cNvPr>
            <p:cNvCxnSpPr/>
            <p:nvPr/>
          </p:nvCxnSpPr>
          <p:spPr bwMode="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61701AE9-04C5-4AD4-8DEE-873680FD231F}"/>
                </a:ext>
              </a:extLst>
            </p:cNvPr>
            <p:cNvCxnSpPr/>
            <p:nvPr/>
          </p:nvCxnSpPr>
          <p:spPr bwMode="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4050D91B-89C3-45DE-BE0C-1430E2BE6F4B}"/>
                </a:ext>
              </a:extLst>
            </p:cNvPr>
            <p:cNvCxnSpPr/>
            <p:nvPr/>
          </p:nvCxnSpPr>
          <p:spPr bwMode="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8E5EF5D-0D94-4FCE-8BE2-F0790F7B1879}"/>
                </a:ext>
              </a:extLst>
            </p:cNvPr>
            <p:cNvCxnSpPr/>
            <p:nvPr/>
          </p:nvCxnSpPr>
          <p:spPr bwMode="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03" name="Freeform: Shape 202">
              <a:extLst>
                <a:ext uri="{FF2B5EF4-FFF2-40B4-BE49-F238E27FC236}">
                  <a16:creationId xmlns:a16="http://schemas.microsoft.com/office/drawing/2014/main" id="{205F8351-710E-49E9-A523-EA0755B417C5}"/>
                </a:ext>
              </a:extLst>
            </p:cNvPr>
            <p:cNvSpPr/>
            <p:nvPr/>
          </p:nvSpPr>
          <p:spPr bwMode="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4" name="Freeform: Shape 203">
              <a:extLst>
                <a:ext uri="{FF2B5EF4-FFF2-40B4-BE49-F238E27FC236}">
                  <a16:creationId xmlns:a16="http://schemas.microsoft.com/office/drawing/2014/main" id="{47C1C31B-A122-4A09-9500-27B0684B272F}"/>
                </a:ext>
              </a:extLst>
            </p:cNvPr>
            <p:cNvSpPr/>
            <p:nvPr/>
          </p:nvSpPr>
          <p:spPr bwMode="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5" name="Freeform: Shape 204">
              <a:extLst>
                <a:ext uri="{FF2B5EF4-FFF2-40B4-BE49-F238E27FC236}">
                  <a16:creationId xmlns:a16="http://schemas.microsoft.com/office/drawing/2014/main" id="{7DF86859-7D4B-4DA1-91AA-0992644F5903}"/>
                </a:ext>
              </a:extLst>
            </p:cNvPr>
            <p:cNvSpPr/>
            <p:nvPr/>
          </p:nvSpPr>
          <p:spPr bwMode="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6" name="Freeform: Shape 205">
              <a:extLst>
                <a:ext uri="{FF2B5EF4-FFF2-40B4-BE49-F238E27FC236}">
                  <a16:creationId xmlns:a16="http://schemas.microsoft.com/office/drawing/2014/main" id="{3DC3E9CA-569C-4414-A75A-C805A4A40B64}"/>
                </a:ext>
              </a:extLst>
            </p:cNvPr>
            <p:cNvSpPr/>
            <p:nvPr/>
          </p:nvSpPr>
          <p:spPr bwMode="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7" name="Freeform: Shape 206">
              <a:extLst>
                <a:ext uri="{FF2B5EF4-FFF2-40B4-BE49-F238E27FC236}">
                  <a16:creationId xmlns:a16="http://schemas.microsoft.com/office/drawing/2014/main" id="{B532C466-D8D3-43AC-995C-2B54885AC096}"/>
                </a:ext>
              </a:extLst>
            </p:cNvPr>
            <p:cNvSpPr/>
            <p:nvPr/>
          </p:nvSpPr>
          <p:spPr bwMode="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8" name="Freeform: Shape 207">
              <a:extLst>
                <a:ext uri="{FF2B5EF4-FFF2-40B4-BE49-F238E27FC236}">
                  <a16:creationId xmlns:a16="http://schemas.microsoft.com/office/drawing/2014/main" id="{B0920AE1-B909-471F-9E77-7C3A31509F84}"/>
                </a:ext>
              </a:extLst>
            </p:cNvPr>
            <p:cNvSpPr/>
            <p:nvPr/>
          </p:nvSpPr>
          <p:spPr bwMode="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09" name="Freeform: Shape 208">
              <a:extLst>
                <a:ext uri="{FF2B5EF4-FFF2-40B4-BE49-F238E27FC236}">
                  <a16:creationId xmlns:a16="http://schemas.microsoft.com/office/drawing/2014/main" id="{2A1E8190-F3C6-4BF7-97E3-90F3FC84746E}"/>
                </a:ext>
              </a:extLst>
            </p:cNvPr>
            <p:cNvSpPr/>
            <p:nvPr/>
          </p:nvSpPr>
          <p:spPr bwMode="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0" name="Freeform: Shape 209">
              <a:extLst>
                <a:ext uri="{FF2B5EF4-FFF2-40B4-BE49-F238E27FC236}">
                  <a16:creationId xmlns:a16="http://schemas.microsoft.com/office/drawing/2014/main" id="{33B1FC28-C9D6-4928-BCCE-9873C7DEEFDE}"/>
                </a:ext>
              </a:extLst>
            </p:cNvPr>
            <p:cNvSpPr/>
            <p:nvPr/>
          </p:nvSpPr>
          <p:spPr bwMode="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1" name="Freeform: Shape 210">
              <a:extLst>
                <a:ext uri="{FF2B5EF4-FFF2-40B4-BE49-F238E27FC236}">
                  <a16:creationId xmlns:a16="http://schemas.microsoft.com/office/drawing/2014/main" id="{13C9C1F2-E745-44A5-AEA3-9DE0D69F2B15}"/>
                </a:ext>
              </a:extLst>
            </p:cNvPr>
            <p:cNvSpPr/>
            <p:nvPr/>
          </p:nvSpPr>
          <p:spPr bwMode="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2" name="Freeform: Shape 211">
              <a:extLst>
                <a:ext uri="{FF2B5EF4-FFF2-40B4-BE49-F238E27FC236}">
                  <a16:creationId xmlns:a16="http://schemas.microsoft.com/office/drawing/2014/main" id="{3F7DB9B8-09EF-46A7-9839-EE0FA8E11651}"/>
                </a:ext>
              </a:extLst>
            </p:cNvPr>
            <p:cNvSpPr/>
            <p:nvPr/>
          </p:nvSpPr>
          <p:spPr bwMode="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3" name="Freeform: Shape 212">
              <a:extLst>
                <a:ext uri="{FF2B5EF4-FFF2-40B4-BE49-F238E27FC236}">
                  <a16:creationId xmlns:a16="http://schemas.microsoft.com/office/drawing/2014/main" id="{759DC929-939A-40DF-96D2-82427AD8E191}"/>
                </a:ext>
              </a:extLst>
            </p:cNvPr>
            <p:cNvSpPr/>
            <p:nvPr/>
          </p:nvSpPr>
          <p:spPr bwMode="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4" name="Freeform: Shape 213">
              <a:extLst>
                <a:ext uri="{FF2B5EF4-FFF2-40B4-BE49-F238E27FC236}">
                  <a16:creationId xmlns:a16="http://schemas.microsoft.com/office/drawing/2014/main" id="{71E475EA-3BCA-4BD2-9129-0A15F92784B0}"/>
                </a:ext>
              </a:extLst>
            </p:cNvPr>
            <p:cNvSpPr/>
            <p:nvPr/>
          </p:nvSpPr>
          <p:spPr bwMode="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5" name="Freeform: Shape 214">
              <a:extLst>
                <a:ext uri="{FF2B5EF4-FFF2-40B4-BE49-F238E27FC236}">
                  <a16:creationId xmlns:a16="http://schemas.microsoft.com/office/drawing/2014/main" id="{B58358D8-4286-4ED9-A0FF-82879D8C9183}"/>
                </a:ext>
              </a:extLst>
            </p:cNvPr>
            <p:cNvSpPr/>
            <p:nvPr/>
          </p:nvSpPr>
          <p:spPr bwMode="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6" name="Freeform: Shape 215">
              <a:extLst>
                <a:ext uri="{FF2B5EF4-FFF2-40B4-BE49-F238E27FC236}">
                  <a16:creationId xmlns:a16="http://schemas.microsoft.com/office/drawing/2014/main" id="{07E8672D-5A21-4EE8-8FA5-FBB35E3AF6F8}"/>
                </a:ext>
              </a:extLst>
            </p:cNvPr>
            <p:cNvSpPr/>
            <p:nvPr/>
          </p:nvSpPr>
          <p:spPr bwMode="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7" name="Freeform: Shape 216">
              <a:extLst>
                <a:ext uri="{FF2B5EF4-FFF2-40B4-BE49-F238E27FC236}">
                  <a16:creationId xmlns:a16="http://schemas.microsoft.com/office/drawing/2014/main" id="{FA059A59-9BBE-4F86-862A-48E139D1EE64}"/>
                </a:ext>
              </a:extLst>
            </p:cNvPr>
            <p:cNvSpPr/>
            <p:nvPr userDrawn="1"/>
          </p:nvSpPr>
          <p:spPr bwMode="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8" name="Freeform: Shape 217">
              <a:extLst>
                <a:ext uri="{FF2B5EF4-FFF2-40B4-BE49-F238E27FC236}">
                  <a16:creationId xmlns:a16="http://schemas.microsoft.com/office/drawing/2014/main" id="{55CF5402-4FC2-4420-ABC5-BBFA3EA9D203}"/>
                </a:ext>
              </a:extLst>
            </p:cNvPr>
            <p:cNvSpPr/>
            <p:nvPr userDrawn="1"/>
          </p:nvSpPr>
          <p:spPr bwMode="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19" name="Freeform: Shape 218">
              <a:extLst>
                <a:ext uri="{FF2B5EF4-FFF2-40B4-BE49-F238E27FC236}">
                  <a16:creationId xmlns:a16="http://schemas.microsoft.com/office/drawing/2014/main" id="{10BB1258-8102-4E47-BE2F-816FBB6BA408}"/>
                </a:ext>
              </a:extLst>
            </p:cNvPr>
            <p:cNvSpPr/>
            <p:nvPr userDrawn="1"/>
          </p:nvSpPr>
          <p:spPr bwMode="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0" name="Freeform: Shape 219">
              <a:extLst>
                <a:ext uri="{FF2B5EF4-FFF2-40B4-BE49-F238E27FC236}">
                  <a16:creationId xmlns:a16="http://schemas.microsoft.com/office/drawing/2014/main" id="{B270BD53-6742-47F1-853C-FA770237F3FD}"/>
                </a:ext>
              </a:extLst>
            </p:cNvPr>
            <p:cNvSpPr/>
            <p:nvPr userDrawn="1"/>
          </p:nvSpPr>
          <p:spPr bwMode="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1" name="Freeform: Shape 220">
              <a:extLst>
                <a:ext uri="{FF2B5EF4-FFF2-40B4-BE49-F238E27FC236}">
                  <a16:creationId xmlns:a16="http://schemas.microsoft.com/office/drawing/2014/main" id="{3395B319-4702-4CD9-838C-C0612B6879BC}"/>
                </a:ext>
              </a:extLst>
            </p:cNvPr>
            <p:cNvSpPr/>
            <p:nvPr userDrawn="1"/>
          </p:nvSpPr>
          <p:spPr bwMode="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2" name="Freeform: Shape 221">
              <a:extLst>
                <a:ext uri="{FF2B5EF4-FFF2-40B4-BE49-F238E27FC236}">
                  <a16:creationId xmlns:a16="http://schemas.microsoft.com/office/drawing/2014/main" id="{AE5E70F1-247D-4F01-A473-C5A9226BCADC}"/>
                </a:ext>
              </a:extLst>
            </p:cNvPr>
            <p:cNvSpPr/>
            <p:nvPr userDrawn="1"/>
          </p:nvSpPr>
          <p:spPr bwMode="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3" name="Freeform: Shape 222">
              <a:extLst>
                <a:ext uri="{FF2B5EF4-FFF2-40B4-BE49-F238E27FC236}">
                  <a16:creationId xmlns:a16="http://schemas.microsoft.com/office/drawing/2014/main" id="{732858E4-B133-4A91-9BCA-BF80F093194A}"/>
                </a:ext>
              </a:extLst>
            </p:cNvPr>
            <p:cNvSpPr/>
            <p:nvPr userDrawn="1"/>
          </p:nvSpPr>
          <p:spPr bwMode="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4" name="Freeform: Shape 223">
              <a:extLst>
                <a:ext uri="{FF2B5EF4-FFF2-40B4-BE49-F238E27FC236}">
                  <a16:creationId xmlns:a16="http://schemas.microsoft.com/office/drawing/2014/main" id="{027DED92-EF7A-4687-A1A4-BDAA2F1EAF12}"/>
                </a:ext>
              </a:extLst>
            </p:cNvPr>
            <p:cNvSpPr/>
            <p:nvPr userDrawn="1"/>
          </p:nvSpPr>
          <p:spPr bwMode="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5" name="Freeform: Shape 224">
              <a:extLst>
                <a:ext uri="{FF2B5EF4-FFF2-40B4-BE49-F238E27FC236}">
                  <a16:creationId xmlns:a16="http://schemas.microsoft.com/office/drawing/2014/main" id="{53D72483-35F2-49AC-989D-0E1BC8456803}"/>
                </a:ext>
              </a:extLst>
            </p:cNvPr>
            <p:cNvSpPr/>
            <p:nvPr userDrawn="1"/>
          </p:nvSpPr>
          <p:spPr bwMode="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sp>
          <p:nvSpPr>
            <p:cNvPr id="226" name="Freeform: Shape 225">
              <a:extLst>
                <a:ext uri="{FF2B5EF4-FFF2-40B4-BE49-F238E27FC236}">
                  <a16:creationId xmlns:a16="http://schemas.microsoft.com/office/drawing/2014/main" id="{2DD2F54E-53A3-49F6-905E-B0F8E1348C8E}"/>
                </a:ext>
              </a:extLst>
            </p:cNvPr>
            <p:cNvSpPr/>
            <p:nvPr userDrawn="1"/>
          </p:nvSpPr>
          <p:spPr bwMode="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US" sz="992">
                <a:solidFill>
                  <a:schemeClr val="tx1"/>
                </a:solidFill>
                <a:latin typeface="+mn-lt"/>
              </a:endParaRPr>
            </a:p>
          </p:txBody>
        </p:sp>
        <p:cxnSp>
          <p:nvCxnSpPr>
            <p:cNvPr id="227" name="Straight Connector 226">
              <a:extLst>
                <a:ext uri="{FF2B5EF4-FFF2-40B4-BE49-F238E27FC236}">
                  <a16:creationId xmlns:a16="http://schemas.microsoft.com/office/drawing/2014/main" id="{557A01EE-7FB2-4BA0-B35A-2F95546E4624}"/>
                </a:ext>
              </a:extLst>
            </p:cNvPr>
            <p:cNvCxnSpPr/>
            <p:nvPr userDrawn="1"/>
          </p:nvCxnSpPr>
          <p:spPr bwMode="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7FC1C45B-2B29-4A42-8D4B-721F68CA1348}"/>
                </a:ext>
              </a:extLst>
            </p:cNvPr>
            <p:cNvCxnSpPr/>
            <p:nvPr userDrawn="1"/>
          </p:nvCxnSpPr>
          <p:spPr bwMode="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1A27E92-9270-4990-A7E0-13762B5DCF31}"/>
                </a:ext>
              </a:extLst>
            </p:cNvPr>
            <p:cNvCxnSpPr/>
            <p:nvPr userDrawn="1"/>
          </p:nvCxnSpPr>
          <p:spPr bwMode="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9F46154D-791B-4F7D-8E1C-E15CD03A29AA}"/>
                </a:ext>
              </a:extLst>
            </p:cNvPr>
            <p:cNvCxnSpPr/>
            <p:nvPr userDrawn="1"/>
          </p:nvCxnSpPr>
          <p:spPr bwMode="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C9B4B757-25C9-484E-A4FE-A49FBA3319A4}"/>
                </a:ext>
              </a:extLst>
            </p:cNvPr>
            <p:cNvCxnSpPr/>
            <p:nvPr userDrawn="1"/>
          </p:nvCxnSpPr>
          <p:spPr bwMode="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75535B4E-91AD-45A5-B3C9-3699892DFD15}"/>
                </a:ext>
              </a:extLst>
            </p:cNvPr>
            <p:cNvCxnSpPr/>
            <p:nvPr userDrawn="1"/>
          </p:nvCxnSpPr>
          <p:spPr bwMode="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BB8DA04A-5D80-45BB-8266-4A4ECB242742}"/>
                </a:ext>
              </a:extLst>
            </p:cNvPr>
            <p:cNvCxnSpPr/>
            <p:nvPr userDrawn="1"/>
          </p:nvCxnSpPr>
          <p:spPr bwMode="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5E52966-F7BC-421A-9050-FFBE6C9FDFFC}"/>
                </a:ext>
              </a:extLst>
            </p:cNvPr>
            <p:cNvCxnSpPr/>
            <p:nvPr userDrawn="1"/>
          </p:nvCxnSpPr>
          <p:spPr bwMode="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27183FD6-ADDC-4DBA-AD69-7D5A08920C83}"/>
                </a:ext>
              </a:extLst>
            </p:cNvPr>
            <p:cNvCxnSpPr/>
            <p:nvPr userDrawn="1"/>
          </p:nvCxnSpPr>
          <p:spPr bwMode="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3B1C3B52-250A-482D-AE65-9AAC3A76868D}"/>
                </a:ext>
              </a:extLst>
            </p:cNvPr>
            <p:cNvCxnSpPr/>
            <p:nvPr userDrawn="1"/>
          </p:nvCxnSpPr>
          <p:spPr bwMode="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3AB6E369-DE4F-4AA3-9B2B-FD9286DC14EB}"/>
                </a:ext>
              </a:extLst>
            </p:cNvPr>
            <p:cNvCxnSpPr/>
            <p:nvPr userDrawn="1"/>
          </p:nvCxnSpPr>
          <p:spPr bwMode="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02D96B38-98DE-4984-BD84-08887A144206}"/>
                </a:ext>
              </a:extLst>
            </p:cNvPr>
            <p:cNvCxnSpPr/>
            <p:nvPr userDrawn="1"/>
          </p:nvCxnSpPr>
          <p:spPr bwMode="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2A47B8B7-112A-4075-B20A-90A845CE256B}"/>
                </a:ext>
              </a:extLst>
            </p:cNvPr>
            <p:cNvCxnSpPr/>
            <p:nvPr userDrawn="1"/>
          </p:nvCxnSpPr>
          <p:spPr bwMode="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FEBE3CB-E087-4212-96D5-920E5C903EF2}"/>
                </a:ext>
              </a:extLst>
            </p:cNvPr>
            <p:cNvCxnSpPr/>
            <p:nvPr userDrawn="1"/>
          </p:nvCxnSpPr>
          <p:spPr bwMode="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686B76C-7301-4C4A-B5BE-0AFF241FAEB0}"/>
                </a:ext>
              </a:extLst>
            </p:cNvPr>
            <p:cNvCxnSpPr/>
            <p:nvPr userDrawn="1"/>
          </p:nvCxnSpPr>
          <p:spPr bwMode="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2B029B6E-808D-40CF-A2D1-AADA131A0D00}"/>
                </a:ext>
              </a:extLst>
            </p:cNvPr>
            <p:cNvCxnSpPr/>
            <p:nvPr userDrawn="1"/>
          </p:nvCxnSpPr>
          <p:spPr bwMode="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705E053-FBF3-4534-A74B-EC16CC92EE77}"/>
                </a:ext>
              </a:extLst>
            </p:cNvPr>
            <p:cNvCxnSpPr/>
            <p:nvPr userDrawn="1"/>
          </p:nvCxnSpPr>
          <p:spPr bwMode="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E0E44BE-C4B0-46A9-A59B-A43157B927C1}"/>
                </a:ext>
              </a:extLst>
            </p:cNvPr>
            <p:cNvCxnSpPr/>
            <p:nvPr userDrawn="1"/>
          </p:nvCxnSpPr>
          <p:spPr bwMode="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B09A95B-D404-461F-A093-7C895E3A741F}"/>
                </a:ext>
              </a:extLst>
            </p:cNvPr>
            <p:cNvCxnSpPr/>
            <p:nvPr userDrawn="1"/>
          </p:nvCxnSpPr>
          <p:spPr bwMode="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79A7095-2656-44EB-B0A3-4271C7264720}"/>
                </a:ext>
              </a:extLst>
            </p:cNvPr>
            <p:cNvCxnSpPr/>
            <p:nvPr userDrawn="1"/>
          </p:nvCxnSpPr>
          <p:spPr bwMode="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BA4BC595-5B69-4C71-A5EC-2940C48186D2}"/>
                </a:ext>
              </a:extLst>
            </p:cNvPr>
            <p:cNvCxnSpPr/>
            <p:nvPr userDrawn="1"/>
          </p:nvCxnSpPr>
          <p:spPr bwMode="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97474A32-631C-4FA8-B250-D9C17610DA92}"/>
                </a:ext>
              </a:extLst>
            </p:cNvPr>
            <p:cNvCxnSpPr/>
            <p:nvPr userDrawn="1"/>
          </p:nvCxnSpPr>
          <p:spPr bwMode="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FA397D1-2FFD-4719-93E4-17828F08EC1D}"/>
                </a:ext>
              </a:extLst>
            </p:cNvPr>
            <p:cNvCxnSpPr/>
            <p:nvPr userDrawn="1"/>
          </p:nvCxnSpPr>
          <p:spPr bwMode="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12CDBCAF-60C0-40A4-97EA-7B190F17D13D}"/>
                </a:ext>
              </a:extLst>
            </p:cNvPr>
            <p:cNvCxnSpPr/>
            <p:nvPr userDrawn="1"/>
          </p:nvCxnSpPr>
          <p:spPr bwMode="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88614279-F6F1-4779-A908-BEF080C471AB}"/>
                </a:ext>
              </a:extLst>
            </p:cNvPr>
            <p:cNvCxnSpPr/>
            <p:nvPr userDrawn="1"/>
          </p:nvCxnSpPr>
          <p:spPr bwMode="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77A8DFC-FE4B-4B06-8AEF-607F9AEE764E}"/>
                </a:ext>
              </a:extLst>
            </p:cNvPr>
            <p:cNvCxnSpPr/>
            <p:nvPr userDrawn="1"/>
          </p:nvCxnSpPr>
          <p:spPr bwMode="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942E819A-5DA8-4032-B3EB-D10DC14D6C84}"/>
                </a:ext>
              </a:extLst>
            </p:cNvPr>
            <p:cNvCxnSpPr/>
            <p:nvPr userDrawn="1"/>
          </p:nvCxnSpPr>
          <p:spPr bwMode="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912236D-CA1F-4315-989A-12010EB46505}"/>
                </a:ext>
              </a:extLst>
            </p:cNvPr>
            <p:cNvCxnSpPr/>
            <p:nvPr userDrawn="1"/>
          </p:nvCxnSpPr>
          <p:spPr bwMode="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44ED2ACF-C68A-42CC-A632-CD03AB2544F3}"/>
                </a:ext>
              </a:extLst>
            </p:cNvPr>
            <p:cNvCxnSpPr/>
            <p:nvPr userDrawn="1"/>
          </p:nvCxnSpPr>
          <p:spPr bwMode="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A8F039F-D473-4D39-8AC6-81810B219B3E}"/>
                </a:ext>
              </a:extLst>
            </p:cNvPr>
            <p:cNvCxnSpPr/>
            <p:nvPr userDrawn="1"/>
          </p:nvCxnSpPr>
          <p:spPr bwMode="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BA241E12-AAE1-45D8-9D67-A8007269A3E0}"/>
                </a:ext>
              </a:extLst>
            </p:cNvPr>
            <p:cNvCxnSpPr/>
            <p:nvPr userDrawn="1"/>
          </p:nvCxnSpPr>
          <p:spPr bwMode="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B3D829D9-0D54-4FB5-9FD5-512316CE5897}"/>
                </a:ext>
              </a:extLst>
            </p:cNvPr>
            <p:cNvCxnSpPr/>
            <p:nvPr userDrawn="1"/>
          </p:nvCxnSpPr>
          <p:spPr bwMode="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6DCAEE40-53ED-4281-A3F1-ACB0AA93B7BD}"/>
                </a:ext>
              </a:extLst>
            </p:cNvPr>
            <p:cNvCxnSpPr/>
            <p:nvPr userDrawn="1"/>
          </p:nvCxnSpPr>
          <p:spPr bwMode="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16D3477-104A-45EC-ABA6-46CC43BAB1CA}"/>
                </a:ext>
              </a:extLst>
            </p:cNvPr>
            <p:cNvCxnSpPr/>
            <p:nvPr userDrawn="1"/>
          </p:nvCxnSpPr>
          <p:spPr bwMode="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5EC7B04-40CF-4499-BF37-9874AB2E42BC}"/>
                </a:ext>
              </a:extLst>
            </p:cNvPr>
            <p:cNvCxnSpPr/>
            <p:nvPr userDrawn="1"/>
          </p:nvCxnSpPr>
          <p:spPr bwMode="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A1B7D422-DF11-439B-AA7B-5AE071A4C7DC}"/>
                </a:ext>
              </a:extLst>
            </p:cNvPr>
            <p:cNvCxnSpPr/>
            <p:nvPr userDrawn="1"/>
          </p:nvCxnSpPr>
          <p:spPr bwMode="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21103B97-22A5-4A41-A8B4-4FBC1AB3251F}"/>
                </a:ext>
              </a:extLst>
            </p:cNvPr>
            <p:cNvCxnSpPr/>
            <p:nvPr userDrawn="1"/>
          </p:nvCxnSpPr>
          <p:spPr bwMode="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06654E2-EE76-422E-8306-19CDD004E451}"/>
                </a:ext>
              </a:extLst>
            </p:cNvPr>
            <p:cNvCxnSpPr/>
            <p:nvPr userDrawn="1"/>
          </p:nvCxnSpPr>
          <p:spPr bwMode="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61A46DB1-E3F1-48B8-8CD6-686C08337E3D}"/>
                </a:ext>
              </a:extLst>
            </p:cNvPr>
            <p:cNvCxnSpPr/>
            <p:nvPr userDrawn="1"/>
          </p:nvCxnSpPr>
          <p:spPr bwMode="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7EB58E3-EE98-4C63-A5FA-31A1F31261BD}"/>
                </a:ext>
              </a:extLst>
            </p:cNvPr>
            <p:cNvCxnSpPr/>
            <p:nvPr userDrawn="1"/>
          </p:nvCxnSpPr>
          <p:spPr bwMode="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FDF83986-66A6-442D-9688-89B353D5848C}"/>
                </a:ext>
              </a:extLst>
            </p:cNvPr>
            <p:cNvCxnSpPr/>
            <p:nvPr userDrawn="1"/>
          </p:nvCxnSpPr>
          <p:spPr bwMode="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C32EE19-D046-4DA8-83C8-C7090C2032B7}"/>
                </a:ext>
              </a:extLst>
            </p:cNvPr>
            <p:cNvCxnSpPr/>
            <p:nvPr userDrawn="1"/>
          </p:nvCxnSpPr>
          <p:spPr bwMode="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E9073FA-D009-4B43-AE1C-76B2371EDB72}"/>
                </a:ext>
              </a:extLst>
            </p:cNvPr>
            <p:cNvCxnSpPr/>
            <p:nvPr userDrawn="1"/>
          </p:nvCxnSpPr>
          <p:spPr bwMode="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A37EEEBC-9035-46B4-859D-8637EB5F71E7}"/>
                </a:ext>
              </a:extLst>
            </p:cNvPr>
            <p:cNvCxnSpPr/>
            <p:nvPr userDrawn="1"/>
          </p:nvCxnSpPr>
          <p:spPr bwMode="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71" name="main body box">
              <a:extLst>
                <a:ext uri="{FF2B5EF4-FFF2-40B4-BE49-F238E27FC236}">
                  <a16:creationId xmlns:a16="http://schemas.microsoft.com/office/drawing/2014/main" id="{5A4E68D2-98C2-4107-A058-DD36C69DD1BD}"/>
                </a:ext>
              </a:extLst>
            </p:cNvPr>
            <p:cNvSpPr/>
            <p:nvPr userDrawn="1"/>
          </p:nvSpPr>
          <p:spPr bwMode="gray">
            <a:xfrm>
              <a:off x="554736" y="1405610"/>
              <a:ext cx="11082528" cy="4812310"/>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US" sz="992">
                <a:solidFill>
                  <a:schemeClr val="tx1"/>
                </a:solidFill>
                <a:latin typeface="+mn-lt"/>
              </a:endParaRPr>
            </a:p>
          </p:txBody>
        </p:sp>
        <p:cxnSp>
          <p:nvCxnSpPr>
            <p:cNvPr id="272" name="Straight Connector 271">
              <a:extLst>
                <a:ext uri="{FF2B5EF4-FFF2-40B4-BE49-F238E27FC236}">
                  <a16:creationId xmlns:a16="http://schemas.microsoft.com/office/drawing/2014/main" id="{CD320E2E-9A90-4FBD-95ED-547D38976E3C}"/>
                </a:ext>
              </a:extLst>
            </p:cNvPr>
            <p:cNvCxnSpPr/>
            <p:nvPr userDrawn="1"/>
          </p:nvCxnSpPr>
          <p:spPr bwMode="gray">
            <a:xfrm>
              <a:off x="554736" y="1865376"/>
              <a:ext cx="11082528" cy="0"/>
            </a:xfrm>
            <a:prstGeom prst="line">
              <a:avLst/>
            </a:prstGeom>
            <a:noFill/>
            <a:ln w="12700">
              <a:solidFill>
                <a:srgbClr val="19D3C5">
                  <a:alpha val="50000"/>
                </a:srgbClr>
              </a:solidFill>
            </a:ln>
          </p:spPr>
        </p:cxnSp>
        <p:cxnSp>
          <p:nvCxnSpPr>
            <p:cNvPr id="273" name="Straight Connector 272">
              <a:extLst>
                <a:ext uri="{FF2B5EF4-FFF2-40B4-BE49-F238E27FC236}">
                  <a16:creationId xmlns:a16="http://schemas.microsoft.com/office/drawing/2014/main" id="{70454B89-8DFA-4EF3-83A9-38CF648F4CD1}"/>
                </a:ext>
              </a:extLst>
            </p:cNvPr>
            <p:cNvCxnSpPr/>
            <p:nvPr userDrawn="1"/>
          </p:nvCxnSpPr>
          <p:spPr bwMode="gray">
            <a:xfrm>
              <a:off x="554736" y="1408557"/>
              <a:ext cx="11082528" cy="0"/>
            </a:xfrm>
            <a:prstGeom prst="line">
              <a:avLst/>
            </a:prstGeom>
            <a:noFill/>
            <a:ln w="12700">
              <a:solidFill>
                <a:srgbClr val="19D3C5">
                  <a:alpha val="50000"/>
                </a:srgbClr>
              </a:solidFill>
            </a:ln>
          </p:spPr>
        </p:cxnSp>
      </p:gr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5"/>
            </p:custDataLst>
          </p:nvPr>
        </p:nvSpPr>
        <p:spPr>
          <a:xfrm>
            <a:off x="415479" y="4708801"/>
            <a:ext cx="5458968" cy="92333"/>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sz="600"/>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6"/>
            </p:custDataLst>
          </p:nvPr>
        </p:nvSpPr>
        <p:spPr>
          <a:xfrm>
            <a:off x="416053" y="129159"/>
            <a:ext cx="7852409" cy="28854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p>
            <a:pPr lvl="0"/>
            <a:r>
              <a:rPr lang="es-ES"/>
              <a:t>Haga clic para modificar el estilo de título del patrón</a:t>
            </a:r>
            <a:endParaRPr lang="en-US"/>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17"/>
            </p:custDataLst>
          </p:nvPr>
        </p:nvSpPr>
        <p:spPr>
          <a:xfrm>
            <a:off x="4490804" y="1628100"/>
            <a:ext cx="2286940" cy="446276"/>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sz="1200"/>
              <a:t>Above Chart Exhibit Title</a:t>
            </a:r>
          </a:p>
          <a:p>
            <a:pPr lvl="0"/>
            <a:r>
              <a:rPr lang="en-US" sz="1200"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416053" y="1628100"/>
            <a:ext cx="1863491" cy="1395254"/>
          </a:xfrm>
          <a:prstGeom prst="rect">
            <a:avLst/>
          </a:prstGeom>
        </p:spPr>
        <p:txBody>
          <a:bodyPr vert="horz" wrap="square"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75" name="Sticker" hidden="1">
            <a:extLst>
              <a:ext uri="{FF2B5EF4-FFF2-40B4-BE49-F238E27FC236}">
                <a16:creationId xmlns:a16="http://schemas.microsoft.com/office/drawing/2014/main" id="{97ED2832-F2D3-4BBC-B741-D13502E9DAA9}"/>
              </a:ext>
            </a:extLst>
          </p:cNvPr>
          <p:cNvSpPr txBox="1"/>
          <p:nvPr userDrawn="1"/>
        </p:nvSpPr>
        <p:spPr>
          <a:xfrm>
            <a:off x="418867" y="723547"/>
            <a:ext cx="338234" cy="92333"/>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sz="600"/>
              <a:t>STICKER</a:t>
            </a:r>
          </a:p>
        </p:txBody>
      </p:sp>
      <p:grpSp>
        <p:nvGrpSpPr>
          <p:cNvPr id="6" name="LegendLines" hidden="1">
            <a:extLst>
              <a:ext uri="{FF2B5EF4-FFF2-40B4-BE49-F238E27FC236}">
                <a16:creationId xmlns:a16="http://schemas.microsoft.com/office/drawing/2014/main" id="{8B9D67DE-8A78-75E3-A2F0-5C3D4268B295}"/>
              </a:ext>
            </a:extLst>
          </p:cNvPr>
          <p:cNvGrpSpPr/>
          <p:nvPr userDrawn="1"/>
        </p:nvGrpSpPr>
        <p:grpSpPr>
          <a:xfrm>
            <a:off x="7737976" y="2516265"/>
            <a:ext cx="994780" cy="718715"/>
            <a:chOff x="10162879" y="3243771"/>
            <a:chExt cx="1326373" cy="958287"/>
          </a:xfrm>
        </p:grpSpPr>
        <p:sp>
          <p:nvSpPr>
            <p:cNvPr id="7" name="Legend1" hidden="1">
              <a:extLst>
                <a:ext uri="{FF2B5EF4-FFF2-40B4-BE49-F238E27FC236}">
                  <a16:creationId xmlns:a16="http://schemas.microsoft.com/office/drawing/2014/main" id="{1815C4C1-0555-4D03-809D-AD294DDF847A}"/>
                </a:ext>
              </a:extLst>
            </p:cNvPr>
            <p:cNvSpPr txBox="1"/>
            <p:nvPr/>
          </p:nvSpPr>
          <p:spPr>
            <a:xfrm>
              <a:off x="10886523" y="3243771"/>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8" name="Legend2" hidden="1">
              <a:extLst>
                <a:ext uri="{FF2B5EF4-FFF2-40B4-BE49-F238E27FC236}">
                  <a16:creationId xmlns:a16="http://schemas.microsoft.com/office/drawing/2014/main" id="{EB14A30C-CAEB-3E4A-55BC-BA60D567F589}"/>
                </a:ext>
              </a:extLst>
            </p:cNvPr>
            <p:cNvSpPr txBox="1"/>
            <p:nvPr/>
          </p:nvSpPr>
          <p:spPr>
            <a:xfrm>
              <a:off x="10886521" y="3615192"/>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9" name="Legend3" hidden="1">
              <a:extLst>
                <a:ext uri="{FF2B5EF4-FFF2-40B4-BE49-F238E27FC236}">
                  <a16:creationId xmlns:a16="http://schemas.microsoft.com/office/drawing/2014/main" id="{6861EF19-E65D-F0A1-F4B8-575F7DB025B1}"/>
                </a:ext>
              </a:extLst>
            </p:cNvPr>
            <p:cNvSpPr txBox="1"/>
            <p:nvPr/>
          </p:nvSpPr>
          <p:spPr>
            <a:xfrm>
              <a:off x="10886521" y="3986614"/>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0" name="LineLegend3" hidden="1">
              <a:extLst>
                <a:ext uri="{FF2B5EF4-FFF2-40B4-BE49-F238E27FC236}">
                  <a16:creationId xmlns:a16="http://schemas.microsoft.com/office/drawing/2014/main" id="{7FF4AFFB-9547-7BD8-B5BB-549101A5A435}"/>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050" baseline="0">
                <a:ea typeface="+mn-ea"/>
              </a:endParaRPr>
            </a:p>
          </p:txBody>
        </p:sp>
        <p:sp>
          <p:nvSpPr>
            <p:cNvPr id="11" name="LineLegend2" hidden="1">
              <a:extLst>
                <a:ext uri="{FF2B5EF4-FFF2-40B4-BE49-F238E27FC236}">
                  <a16:creationId xmlns:a16="http://schemas.microsoft.com/office/drawing/2014/main" id="{2E2B22F9-DA5E-69BA-AF0F-F843E610D698}"/>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050" baseline="0">
                <a:ea typeface="+mn-ea"/>
              </a:endParaRPr>
            </a:p>
          </p:txBody>
        </p:sp>
        <p:sp>
          <p:nvSpPr>
            <p:cNvPr id="12" name="LineLegend1" hidden="1">
              <a:extLst>
                <a:ext uri="{FF2B5EF4-FFF2-40B4-BE49-F238E27FC236}">
                  <a16:creationId xmlns:a16="http://schemas.microsoft.com/office/drawing/2014/main" id="{D6546B83-B7C5-9AAC-0EFD-A16B29759E24}"/>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050" baseline="0">
                <a:ea typeface="+mn-ea"/>
              </a:endParaRPr>
            </a:p>
          </p:txBody>
        </p:sp>
      </p:grpSp>
      <p:grpSp>
        <p:nvGrpSpPr>
          <p:cNvPr id="13" name="LegendMoons" hidden="1">
            <a:extLst>
              <a:ext uri="{FF2B5EF4-FFF2-40B4-BE49-F238E27FC236}">
                <a16:creationId xmlns:a16="http://schemas.microsoft.com/office/drawing/2014/main" id="{4F9AFE58-805E-598C-BED4-820A5D83133D}"/>
              </a:ext>
            </a:extLst>
          </p:cNvPr>
          <p:cNvGrpSpPr/>
          <p:nvPr userDrawn="1"/>
        </p:nvGrpSpPr>
        <p:grpSpPr>
          <a:xfrm>
            <a:off x="8016235" y="1061988"/>
            <a:ext cx="716521" cy="1298894"/>
            <a:chOff x="7723680" y="1702457"/>
            <a:chExt cx="955362" cy="1731859"/>
          </a:xfrm>
        </p:grpSpPr>
        <p:sp>
          <p:nvSpPr>
            <p:cNvPr id="14" name="Legend1" hidden="1">
              <a:extLst>
                <a:ext uri="{FF2B5EF4-FFF2-40B4-BE49-F238E27FC236}">
                  <a16:creationId xmlns:a16="http://schemas.microsoft.com/office/drawing/2014/main" id="{0E2B5C85-7661-5962-BBEB-E667AA6BA8B9}"/>
                </a:ext>
              </a:extLst>
            </p:cNvPr>
            <p:cNvSpPr txBox="1"/>
            <p:nvPr/>
          </p:nvSpPr>
          <p:spPr>
            <a:xfrm>
              <a:off x="8076312" y="1709816"/>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5" name="Legend2" hidden="1">
              <a:extLst>
                <a:ext uri="{FF2B5EF4-FFF2-40B4-BE49-F238E27FC236}">
                  <a16:creationId xmlns:a16="http://schemas.microsoft.com/office/drawing/2014/main" id="{F0A7D95A-EDF4-B336-E045-545E7CD0FBCC}"/>
                </a:ext>
              </a:extLst>
            </p:cNvPr>
            <p:cNvSpPr txBox="1"/>
            <p:nvPr/>
          </p:nvSpPr>
          <p:spPr>
            <a:xfrm>
              <a:off x="8076312" y="2085274"/>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7" name="Legend3" hidden="1">
              <a:extLst>
                <a:ext uri="{FF2B5EF4-FFF2-40B4-BE49-F238E27FC236}">
                  <a16:creationId xmlns:a16="http://schemas.microsoft.com/office/drawing/2014/main" id="{AC2FF911-55DD-8E96-4E9C-7D0827CEACD6}"/>
                </a:ext>
              </a:extLst>
            </p:cNvPr>
            <p:cNvSpPr txBox="1"/>
            <p:nvPr/>
          </p:nvSpPr>
          <p:spPr>
            <a:xfrm>
              <a:off x="8076312" y="2460733"/>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8" name="Legend4" hidden="1">
              <a:extLst>
                <a:ext uri="{FF2B5EF4-FFF2-40B4-BE49-F238E27FC236}">
                  <a16:creationId xmlns:a16="http://schemas.microsoft.com/office/drawing/2014/main" id="{18739268-E554-1CD1-38A0-CD6F2FC0CC46}"/>
                </a:ext>
              </a:extLst>
            </p:cNvPr>
            <p:cNvSpPr txBox="1"/>
            <p:nvPr/>
          </p:nvSpPr>
          <p:spPr>
            <a:xfrm>
              <a:off x="8076312" y="2836192"/>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19" name="Legend5" hidden="1">
              <a:extLst>
                <a:ext uri="{FF2B5EF4-FFF2-40B4-BE49-F238E27FC236}">
                  <a16:creationId xmlns:a16="http://schemas.microsoft.com/office/drawing/2014/main" id="{28ABD776-9CDD-E80F-99CA-B64A67516425}"/>
                </a:ext>
              </a:extLst>
            </p:cNvPr>
            <p:cNvSpPr txBox="1"/>
            <p:nvPr/>
          </p:nvSpPr>
          <p:spPr>
            <a:xfrm>
              <a:off x="8076312" y="3211653"/>
              <a:ext cx="602730"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grpSp>
          <p:nvGrpSpPr>
            <p:cNvPr id="20" name="MoonLegend1" hidden="1">
              <a:extLst>
                <a:ext uri="{FF2B5EF4-FFF2-40B4-BE49-F238E27FC236}">
                  <a16:creationId xmlns:a16="http://schemas.microsoft.com/office/drawing/2014/main" id="{B2BE1954-684F-978D-7A8C-3CCAA404E91F}"/>
                </a:ext>
              </a:extLst>
            </p:cNvPr>
            <p:cNvGrpSpPr>
              <a:grpSpLocks noChangeAspect="1"/>
            </p:cNvGrpSpPr>
            <p:nvPr>
              <p:custDataLst>
                <p:tags r:id="rId18"/>
              </p:custDataLst>
            </p:nvPr>
          </p:nvGrpSpPr>
          <p:grpSpPr>
            <a:xfrm>
              <a:off x="7723680" y="1702457"/>
              <a:ext cx="228600" cy="228600"/>
              <a:chOff x="762000" y="1270000"/>
              <a:chExt cx="254000" cy="254000"/>
            </a:xfrm>
          </p:grpSpPr>
          <p:sp>
            <p:nvSpPr>
              <p:cNvPr id="33" name="Oval 32" hidden="1">
                <a:extLst>
                  <a:ext uri="{FF2B5EF4-FFF2-40B4-BE49-F238E27FC236}">
                    <a16:creationId xmlns:a16="http://schemas.microsoft.com/office/drawing/2014/main" id="{C62686AF-1436-0173-97B1-84E1DA44F488}"/>
                  </a:ext>
                </a:extLst>
              </p:cNvPr>
              <p:cNvSpPr/>
              <p:nvPr>
                <p:custDataLst>
                  <p:tags r:id="rId3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4" name="Arc 33" hidden="1">
                <a:extLst>
                  <a:ext uri="{FF2B5EF4-FFF2-40B4-BE49-F238E27FC236}">
                    <a16:creationId xmlns:a16="http://schemas.microsoft.com/office/drawing/2014/main" id="{F4B3E7C9-A63D-F58B-1C06-BDDE92AD0291}"/>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1" name="MoonLegend2" hidden="1">
              <a:extLst>
                <a:ext uri="{FF2B5EF4-FFF2-40B4-BE49-F238E27FC236}">
                  <a16:creationId xmlns:a16="http://schemas.microsoft.com/office/drawing/2014/main" id="{358F4A1A-7128-86E9-CD4F-21A98C5DF3E6}"/>
                </a:ext>
              </a:extLst>
            </p:cNvPr>
            <p:cNvGrpSpPr>
              <a:grpSpLocks noChangeAspect="1"/>
            </p:cNvGrpSpPr>
            <p:nvPr>
              <p:custDataLst>
                <p:tags r:id="rId19"/>
              </p:custDataLst>
            </p:nvPr>
          </p:nvGrpSpPr>
          <p:grpSpPr>
            <a:xfrm>
              <a:off x="7723680" y="2078270"/>
              <a:ext cx="228600" cy="228600"/>
              <a:chOff x="762000" y="1270000"/>
              <a:chExt cx="254000" cy="254000"/>
            </a:xfrm>
          </p:grpSpPr>
          <p:sp>
            <p:nvSpPr>
              <p:cNvPr id="31" name="Oval 30" hidden="1">
                <a:extLst>
                  <a:ext uri="{FF2B5EF4-FFF2-40B4-BE49-F238E27FC236}">
                    <a16:creationId xmlns:a16="http://schemas.microsoft.com/office/drawing/2014/main" id="{CB3F669B-6F1D-86E9-25CB-5164763192C6}"/>
                  </a:ext>
                </a:extLst>
              </p:cNvPr>
              <p:cNvSpPr/>
              <p:nvPr>
                <p:custDataLst>
                  <p:tags r:id="rId2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2" name="Arc 31" hidden="1">
                <a:extLst>
                  <a:ext uri="{FF2B5EF4-FFF2-40B4-BE49-F238E27FC236}">
                    <a16:creationId xmlns:a16="http://schemas.microsoft.com/office/drawing/2014/main" id="{34F620A3-FD02-6997-1D75-FDD1C440B617}"/>
                  </a:ext>
                </a:extLst>
              </p:cNvPr>
              <p:cNvSpPr/>
              <p:nvPr>
                <p:custDataLst>
                  <p:tags r:id="rId30"/>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2" name="MoonLegend3" hidden="1">
              <a:extLst>
                <a:ext uri="{FF2B5EF4-FFF2-40B4-BE49-F238E27FC236}">
                  <a16:creationId xmlns:a16="http://schemas.microsoft.com/office/drawing/2014/main" id="{6F76D523-3F7E-0992-9DFD-858E6797C1E6}"/>
                </a:ext>
              </a:extLst>
            </p:cNvPr>
            <p:cNvGrpSpPr>
              <a:grpSpLocks noChangeAspect="1"/>
            </p:cNvGrpSpPr>
            <p:nvPr>
              <p:custDataLst>
                <p:tags r:id="rId20"/>
              </p:custDataLst>
            </p:nvPr>
          </p:nvGrpSpPr>
          <p:grpSpPr>
            <a:xfrm>
              <a:off x="7723680" y="2454085"/>
              <a:ext cx="228600" cy="228600"/>
              <a:chOff x="762000" y="1270000"/>
              <a:chExt cx="254000" cy="254000"/>
            </a:xfrm>
          </p:grpSpPr>
          <p:sp>
            <p:nvSpPr>
              <p:cNvPr id="29" name="Oval 28" hidden="1">
                <a:extLst>
                  <a:ext uri="{FF2B5EF4-FFF2-40B4-BE49-F238E27FC236}">
                    <a16:creationId xmlns:a16="http://schemas.microsoft.com/office/drawing/2014/main" id="{4A8AFFC7-B52D-D7AC-5FA6-DA0E52A8B99E}"/>
                  </a:ext>
                </a:extLst>
              </p:cNvPr>
              <p:cNvSpPr/>
              <p:nvPr>
                <p:custDataLst>
                  <p:tags r:id="rId2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0" name="Arc 29" hidden="1">
                <a:extLst>
                  <a:ext uri="{FF2B5EF4-FFF2-40B4-BE49-F238E27FC236}">
                    <a16:creationId xmlns:a16="http://schemas.microsoft.com/office/drawing/2014/main" id="{39DCA7B8-28BF-7FA7-1DC0-EF4838AC5656}"/>
                  </a:ext>
                </a:extLst>
              </p:cNvPr>
              <p:cNvSpPr/>
              <p:nvPr>
                <p:custDataLst>
                  <p:tags r:id="rId2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3" name="MoonLegend4" hidden="1">
              <a:extLst>
                <a:ext uri="{FF2B5EF4-FFF2-40B4-BE49-F238E27FC236}">
                  <a16:creationId xmlns:a16="http://schemas.microsoft.com/office/drawing/2014/main" id="{2794A4E2-DE40-1317-8AFA-D7EA54F30F71}"/>
                </a:ext>
              </a:extLst>
            </p:cNvPr>
            <p:cNvGrpSpPr>
              <a:grpSpLocks noChangeAspect="1"/>
            </p:cNvGrpSpPr>
            <p:nvPr>
              <p:custDataLst>
                <p:tags r:id="rId21"/>
              </p:custDataLst>
            </p:nvPr>
          </p:nvGrpSpPr>
          <p:grpSpPr>
            <a:xfrm>
              <a:off x="7723680" y="2829900"/>
              <a:ext cx="228600" cy="228600"/>
              <a:chOff x="762000" y="1270000"/>
              <a:chExt cx="254000" cy="254000"/>
            </a:xfrm>
          </p:grpSpPr>
          <p:sp>
            <p:nvSpPr>
              <p:cNvPr id="27" name="Oval 26" hidden="1">
                <a:extLst>
                  <a:ext uri="{FF2B5EF4-FFF2-40B4-BE49-F238E27FC236}">
                    <a16:creationId xmlns:a16="http://schemas.microsoft.com/office/drawing/2014/main" id="{4CD6348F-A699-3095-52C7-3450DB41AC72}"/>
                  </a:ext>
                </a:extLst>
              </p:cNvPr>
              <p:cNvSpPr/>
              <p:nvPr>
                <p:custDataLst>
                  <p:tags r:id="rId2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8" name="Arc 27" hidden="1">
                <a:extLst>
                  <a:ext uri="{FF2B5EF4-FFF2-40B4-BE49-F238E27FC236}">
                    <a16:creationId xmlns:a16="http://schemas.microsoft.com/office/drawing/2014/main" id="{E1770A7C-F6B0-E483-55D4-4AE6C710AF44}"/>
                  </a:ext>
                </a:extLst>
              </p:cNvPr>
              <p:cNvSpPr/>
              <p:nvPr>
                <p:custDataLst>
                  <p:tags r:id="rId26"/>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24" name="MoonLegend5" hidden="1">
              <a:extLst>
                <a:ext uri="{FF2B5EF4-FFF2-40B4-BE49-F238E27FC236}">
                  <a16:creationId xmlns:a16="http://schemas.microsoft.com/office/drawing/2014/main" id="{A1D98B2C-A4C5-CB51-42A8-2B98BD787E4A}"/>
                </a:ext>
              </a:extLst>
            </p:cNvPr>
            <p:cNvGrpSpPr>
              <a:grpSpLocks noChangeAspect="1"/>
            </p:cNvGrpSpPr>
            <p:nvPr>
              <p:custDataLst>
                <p:tags r:id="rId22"/>
              </p:custDataLst>
            </p:nvPr>
          </p:nvGrpSpPr>
          <p:grpSpPr>
            <a:xfrm>
              <a:off x="7723680" y="3205716"/>
              <a:ext cx="228600" cy="228600"/>
              <a:chOff x="762000" y="1270000"/>
              <a:chExt cx="254000" cy="254000"/>
            </a:xfrm>
          </p:grpSpPr>
          <p:sp>
            <p:nvSpPr>
              <p:cNvPr id="25" name="Oval 24" hidden="1">
                <a:extLst>
                  <a:ext uri="{FF2B5EF4-FFF2-40B4-BE49-F238E27FC236}">
                    <a16:creationId xmlns:a16="http://schemas.microsoft.com/office/drawing/2014/main" id="{F0C738D3-2697-9660-B6FE-CBF1CEF8B088}"/>
                  </a:ext>
                </a:extLst>
              </p:cNvPr>
              <p:cNvSpPr/>
              <p:nvPr>
                <p:custDataLst>
                  <p:tags r:id="rId2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6" name="Arc 25" hidden="1">
                <a:extLst>
                  <a:ext uri="{FF2B5EF4-FFF2-40B4-BE49-F238E27FC236}">
                    <a16:creationId xmlns:a16="http://schemas.microsoft.com/office/drawing/2014/main" id="{CE1E3FA3-DD41-9637-50DF-D326DC744E3C}"/>
                  </a:ext>
                </a:extLst>
              </p:cNvPr>
              <p:cNvSpPr/>
              <p:nvPr>
                <p:custDataLst>
                  <p:tags r:id="rId24"/>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grpSp>
        <p:nvGrpSpPr>
          <p:cNvPr id="35" name="LegendBoxes" hidden="1">
            <a:extLst>
              <a:ext uri="{FF2B5EF4-FFF2-40B4-BE49-F238E27FC236}">
                <a16:creationId xmlns:a16="http://schemas.microsoft.com/office/drawing/2014/main" id="{1E79EDA0-422A-511C-4695-7A4856D3D318}"/>
              </a:ext>
            </a:extLst>
          </p:cNvPr>
          <p:cNvGrpSpPr/>
          <p:nvPr userDrawn="1"/>
        </p:nvGrpSpPr>
        <p:grpSpPr>
          <a:xfrm>
            <a:off x="8036098" y="3390367"/>
            <a:ext cx="696657" cy="1287961"/>
            <a:chOff x="10652400" y="4322823"/>
            <a:chExt cx="928876" cy="1717282"/>
          </a:xfrm>
        </p:grpSpPr>
        <p:sp>
          <p:nvSpPr>
            <p:cNvPr id="36" name="RectangleLegend1" hidden="1">
              <a:extLst>
                <a:ext uri="{FF2B5EF4-FFF2-40B4-BE49-F238E27FC236}">
                  <a16:creationId xmlns:a16="http://schemas.microsoft.com/office/drawing/2014/main" id="{D8666519-5C32-77E5-C599-42074886B78B}"/>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37" name="RectangleLegend2" hidden="1">
              <a:extLst>
                <a:ext uri="{FF2B5EF4-FFF2-40B4-BE49-F238E27FC236}">
                  <a16:creationId xmlns:a16="http://schemas.microsoft.com/office/drawing/2014/main" id="{86DF5F9B-401C-3575-2295-45F65CEBC907}"/>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38" name="RectangleLegend3" hidden="1">
              <a:extLst>
                <a:ext uri="{FF2B5EF4-FFF2-40B4-BE49-F238E27FC236}">
                  <a16:creationId xmlns:a16="http://schemas.microsoft.com/office/drawing/2014/main" id="{6C8580F2-AFEA-6900-EE0D-1EC0851FEE6D}"/>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39" name="RectangleLegend4" hidden="1">
              <a:extLst>
                <a:ext uri="{FF2B5EF4-FFF2-40B4-BE49-F238E27FC236}">
                  <a16:creationId xmlns:a16="http://schemas.microsoft.com/office/drawing/2014/main" id="{C5AE20AF-9726-9D39-3F3D-3B9B0688DF6E}"/>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40" name="RectangleLegend5" hidden="1">
              <a:extLst>
                <a:ext uri="{FF2B5EF4-FFF2-40B4-BE49-F238E27FC236}">
                  <a16:creationId xmlns:a16="http://schemas.microsoft.com/office/drawing/2014/main" id="{9C673DDF-6957-D222-F2D5-D672D21A4020}"/>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50">
                <a:solidFill>
                  <a:schemeClr val="tx1"/>
                </a:solidFill>
              </a:endParaRPr>
            </a:p>
          </p:txBody>
        </p:sp>
        <p:sp>
          <p:nvSpPr>
            <p:cNvPr id="41" name="Legend1" hidden="1">
              <a:extLst>
                <a:ext uri="{FF2B5EF4-FFF2-40B4-BE49-F238E27FC236}">
                  <a16:creationId xmlns:a16="http://schemas.microsoft.com/office/drawing/2014/main" id="{2B583D84-5105-8320-2F6F-B531E53E71C6}"/>
                </a:ext>
              </a:extLst>
            </p:cNvPr>
            <p:cNvSpPr txBox="1"/>
            <p:nvPr/>
          </p:nvSpPr>
          <p:spPr>
            <a:xfrm>
              <a:off x="10978547" y="4322823"/>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2" name="Legend2" hidden="1">
              <a:extLst>
                <a:ext uri="{FF2B5EF4-FFF2-40B4-BE49-F238E27FC236}">
                  <a16:creationId xmlns:a16="http://schemas.microsoft.com/office/drawing/2014/main" id="{24B73900-AC89-44B2-6BF7-8C5D349F4A8D}"/>
                </a:ext>
              </a:extLst>
            </p:cNvPr>
            <p:cNvSpPr txBox="1"/>
            <p:nvPr/>
          </p:nvSpPr>
          <p:spPr>
            <a:xfrm>
              <a:off x="10978547" y="4702322"/>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3" name="Legend3" hidden="1">
              <a:extLst>
                <a:ext uri="{FF2B5EF4-FFF2-40B4-BE49-F238E27FC236}">
                  <a16:creationId xmlns:a16="http://schemas.microsoft.com/office/drawing/2014/main" id="{F3F5504D-58A3-FB19-7854-7BD905CC5397}"/>
                </a:ext>
              </a:extLst>
            </p:cNvPr>
            <p:cNvSpPr txBox="1"/>
            <p:nvPr/>
          </p:nvSpPr>
          <p:spPr>
            <a:xfrm>
              <a:off x="10978547" y="5081819"/>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4" name="Legend4" hidden="1">
              <a:extLst>
                <a:ext uri="{FF2B5EF4-FFF2-40B4-BE49-F238E27FC236}">
                  <a16:creationId xmlns:a16="http://schemas.microsoft.com/office/drawing/2014/main" id="{53CB20FF-7BEC-178D-CCDF-4A9F3A224B3E}"/>
                </a:ext>
              </a:extLst>
            </p:cNvPr>
            <p:cNvSpPr txBox="1"/>
            <p:nvPr/>
          </p:nvSpPr>
          <p:spPr>
            <a:xfrm>
              <a:off x="10978547" y="5453241"/>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sp>
          <p:nvSpPr>
            <p:cNvPr id="45" name="Legend5" hidden="1">
              <a:extLst>
                <a:ext uri="{FF2B5EF4-FFF2-40B4-BE49-F238E27FC236}">
                  <a16:creationId xmlns:a16="http://schemas.microsoft.com/office/drawing/2014/main" id="{B453618B-274E-C16C-200E-A44F0375AE66}"/>
                </a:ext>
              </a:extLst>
            </p:cNvPr>
            <p:cNvSpPr txBox="1"/>
            <p:nvPr/>
          </p:nvSpPr>
          <p:spPr>
            <a:xfrm>
              <a:off x="10978545" y="5824661"/>
              <a:ext cx="602729" cy="215444"/>
            </a:xfrm>
            <a:prstGeom prst="rect">
              <a:avLst/>
            </a:prstGeom>
            <a:noFill/>
            <a:ln>
              <a:noFill/>
              <a:miter lim="800000"/>
            </a:ln>
          </p:spPr>
          <p:txBody>
            <a:bodyPr wrap="none" lIns="0" tIns="0" rIns="0" bIns="0" rtlCol="0" anchor="ctr" anchorCtr="0">
              <a:spAutoFit/>
            </a:bodyPr>
            <a:lstStyle/>
            <a:p>
              <a:pPr>
                <a:spcAft>
                  <a:spcPts val="450"/>
                </a:spcAft>
              </a:pPr>
              <a:r>
                <a:rPr lang="en-US" sz="1050"/>
                <a:t>Legend</a:t>
              </a:r>
            </a:p>
          </p:txBody>
        </p:sp>
      </p:grpSp>
      <p:pic>
        <p:nvPicPr>
          <p:cNvPr id="47" name="Imagen 46">
            <a:extLst>
              <a:ext uri="{FF2B5EF4-FFF2-40B4-BE49-F238E27FC236}">
                <a16:creationId xmlns:a16="http://schemas.microsoft.com/office/drawing/2014/main" id="{F1BC93E0-32E9-C528-A6C8-23FCAB7046B0}"/>
              </a:ext>
            </a:extLst>
          </p:cNvPr>
          <p:cNvPicPr>
            <a:picLocks noChangeAspect="1"/>
          </p:cNvPicPr>
          <p:nvPr userDrawn="1"/>
        </p:nvPicPr>
        <p:blipFill>
          <a:blip r:embed="rId35"/>
          <a:stretch>
            <a:fillRect/>
          </a:stretch>
        </p:blipFill>
        <p:spPr>
          <a:xfrm>
            <a:off x="8473677" y="104776"/>
            <a:ext cx="525068" cy="239108"/>
          </a:xfrm>
          <a:prstGeom prst="rect">
            <a:avLst/>
          </a:prstGeom>
        </p:spPr>
      </p:pic>
    </p:spTree>
    <p:extLst>
      <p:ext uri="{BB962C8B-B14F-4D97-AF65-F5344CB8AC3E}">
        <p14:creationId xmlns:p14="http://schemas.microsoft.com/office/powerpoint/2010/main" val="2677844688"/>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l" defTabSz="685800" rtl="0" eaLnBrk="1" latinLnBrk="0" hangingPunct="1">
        <a:lnSpc>
          <a:spcPct val="100000"/>
        </a:lnSpc>
        <a:spcBef>
          <a:spcPct val="0"/>
        </a:spcBef>
        <a:buNone/>
        <a:defRPr lang="en-US" sz="1875" b="1" kern="1200" spc="0" baseline="0" dirty="0">
          <a:ln w="6350" cap="flat">
            <a:noFill/>
            <a:miter lim="800000"/>
          </a:ln>
          <a:solidFill>
            <a:schemeClr val="tx1"/>
          </a:solidFill>
          <a:latin typeface="+mj-lt"/>
          <a:ea typeface="+mj-ea"/>
          <a:cs typeface="+mj-cs"/>
        </a:defRPr>
      </a:lvl1pPr>
    </p:titleStyle>
    <p:bodyStyle>
      <a:lvl1pPr marL="0" indent="0" algn="l" defTabSz="685800" rtl="0" eaLnBrk="1" latinLnBrk="0" hangingPunct="1">
        <a:lnSpc>
          <a:spcPct val="100000"/>
        </a:lnSpc>
        <a:spcBef>
          <a:spcPts val="225"/>
        </a:spcBef>
        <a:spcAft>
          <a:spcPts val="225"/>
        </a:spcAft>
        <a:buClr>
          <a:schemeClr val="tx1"/>
        </a:buClr>
        <a:buSzPct val="100000"/>
        <a:buFont typeface="Segoe UI" panose="020B0502040204020203" pitchFamily="34" charset="0"/>
        <a:buChar char="​"/>
        <a:defRPr lang="en-US" sz="1200" kern="1200" dirty="0">
          <a:solidFill>
            <a:schemeClr val="tx1"/>
          </a:solidFill>
          <a:latin typeface="+mn-lt"/>
          <a:ea typeface="+mn-ea"/>
          <a:cs typeface="Arial" panose="020B0604020202020204" pitchFamily="34" charset="0"/>
        </a:defRPr>
      </a:lvl1pPr>
      <a:lvl2pPr marL="172797" indent="-170097" algn="l" defTabSz="685800" rtl="0" eaLnBrk="1" latinLnBrk="0" hangingPunct="1">
        <a:lnSpc>
          <a:spcPct val="100000"/>
        </a:lnSpc>
        <a:spcBef>
          <a:spcPts val="0"/>
        </a:spcBef>
        <a:spcAft>
          <a:spcPts val="225"/>
        </a:spcAft>
        <a:buClr>
          <a:schemeClr val="accent1"/>
        </a:buClr>
        <a:buSzPct val="110000"/>
        <a:buFont typeface="Arial" panose="020B0604020202020204" pitchFamily="34" charset="0"/>
        <a:buChar char="•"/>
        <a:defRPr lang="en-US" sz="1200" i="0" kern="1200" dirty="0">
          <a:solidFill>
            <a:schemeClr val="tx1"/>
          </a:solidFill>
          <a:latin typeface="+mn-lt"/>
          <a:ea typeface="+mn-ea"/>
          <a:cs typeface="+mn-cs"/>
        </a:defRPr>
      </a:lvl2pPr>
      <a:lvl3pPr marL="332095" indent="-161998" algn="l" defTabSz="685800" rtl="0" eaLnBrk="1" latinLnBrk="0" hangingPunct="1">
        <a:lnSpc>
          <a:spcPct val="100000"/>
        </a:lnSpc>
        <a:spcBef>
          <a:spcPts val="0"/>
        </a:spcBef>
        <a:spcAft>
          <a:spcPts val="225"/>
        </a:spcAft>
        <a:buClr>
          <a:schemeClr val="accent1"/>
        </a:buClr>
        <a:buSzPct val="110000"/>
        <a:buFont typeface="Arial" panose="020B0604020202020204" pitchFamily="34" charset="0"/>
        <a:buChar char="‒"/>
        <a:defRPr lang="en-US" sz="1200" i="0" kern="1200" dirty="0">
          <a:solidFill>
            <a:schemeClr val="tx1"/>
          </a:solidFill>
          <a:latin typeface="+mn-lt"/>
          <a:ea typeface="+mn-ea"/>
          <a:cs typeface="+mn-cs"/>
        </a:defRPr>
      </a:lvl3pPr>
      <a:lvl4pPr marL="448193" indent="-113399" algn="l" defTabSz="685800" rtl="0" eaLnBrk="1" latinLnBrk="0" hangingPunct="1">
        <a:lnSpc>
          <a:spcPct val="100000"/>
        </a:lnSpc>
        <a:spcBef>
          <a:spcPts val="0"/>
        </a:spcBef>
        <a:spcAft>
          <a:spcPts val="225"/>
        </a:spcAft>
        <a:buClr>
          <a:schemeClr val="accent1"/>
        </a:buClr>
        <a:buSzPct val="100000"/>
        <a:buFont typeface="Arial" panose="020B0604020202020204" pitchFamily="34" charset="0"/>
        <a:buChar char="•"/>
        <a:defRPr lang="en-US" sz="1200" kern="1200" dirty="0">
          <a:solidFill>
            <a:schemeClr val="tx1"/>
          </a:solidFill>
          <a:latin typeface="+mn-lt"/>
          <a:ea typeface="+mn-ea"/>
          <a:cs typeface="+mn-cs"/>
        </a:defRPr>
      </a:lvl4pPr>
      <a:lvl5pPr marL="612890" indent="-110699" algn="l" defTabSz="685800" rtl="0" eaLnBrk="1" latinLnBrk="0" hangingPunct="1">
        <a:lnSpc>
          <a:spcPct val="100000"/>
        </a:lnSpc>
        <a:spcBef>
          <a:spcPts val="0"/>
        </a:spcBef>
        <a:spcAft>
          <a:spcPts val="225"/>
        </a:spcAft>
        <a:buClr>
          <a:schemeClr val="accent1"/>
        </a:buClr>
        <a:buSzPct val="100000"/>
        <a:buFont typeface="Arial" panose="020B0604020202020204" pitchFamily="34" charset="0"/>
        <a:buChar char="̶"/>
        <a:defRPr lang="en-US" sz="1200" kern="1200" dirty="0">
          <a:solidFill>
            <a:schemeClr val="tx1"/>
          </a:solidFill>
          <a:latin typeface="+mn-lt"/>
          <a:ea typeface="+mn-ea"/>
          <a:cs typeface="+mn-cs"/>
        </a:defRPr>
      </a:lvl5pPr>
      <a:lvl6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6pPr>
      <a:lvl7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7pPr>
      <a:lvl8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8pPr>
      <a:lvl9pPr marL="814388" indent="-128588" algn="l" defTabSz="685800" rtl="0" eaLnBrk="1" latinLnBrk="0" hangingPunct="1">
        <a:lnSpc>
          <a:spcPct val="100000"/>
        </a:lnSpc>
        <a:spcBef>
          <a:spcPts val="0"/>
        </a:spcBef>
        <a:spcAft>
          <a:spcPts val="225"/>
        </a:spcAft>
        <a:buSzPct val="100000"/>
        <a:buFont typeface="Arial" panose="020B0604020202020204" pitchFamily="34" charset="0"/>
        <a:buChar char="▫"/>
        <a:defRPr sz="1200" kern="1200">
          <a:solidFill>
            <a:schemeClr val="tx1"/>
          </a:solidFill>
          <a:latin typeface="+mn-lt"/>
          <a:ea typeface="+mn-ea"/>
          <a:cs typeface="Arial" panose="020B0604020202020204"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78">
          <p15:clr>
            <a:srgbClr val="5ACBF0"/>
          </p15:clr>
        </p15:guide>
        <p15:guide id="3" orient="horz" pos="3912">
          <p15:clr>
            <a:srgbClr val="5ACBF0"/>
          </p15:clr>
        </p15:guide>
        <p15:guide id="4" orient="horz" pos="890">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215C1B9-326B-413E-8E03-EE9C30A0D76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D7855A-8F2A-B82B-28FF-93EDE94FBBE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9CF86A1-4A60-2DDC-6AFD-F1F8DD26646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AA6D716-189C-44F3-98A9-75C424B26598}" type="datetimeFigureOut">
              <a:rPr lang="es-ES" smtClean="0"/>
              <a:t>06/10/2026</a:t>
            </a:fld>
            <a:endParaRPr lang="es-ES"/>
          </a:p>
        </p:txBody>
      </p:sp>
      <p:sp>
        <p:nvSpPr>
          <p:cNvPr id="5" name="Marcador de pie de página 4">
            <a:extLst>
              <a:ext uri="{FF2B5EF4-FFF2-40B4-BE49-F238E27FC236}">
                <a16:creationId xmlns:a16="http://schemas.microsoft.com/office/drawing/2014/main" id="{42B84FF4-42AB-BE51-792E-ABF34CF5367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27285A89-39AA-D23B-7198-F9E6680B06B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E398B20-7307-4646-A63E-99036DD4BFFF}" type="slidenum">
              <a:rPr lang="es-ES" smtClean="0"/>
              <a:t>‹#›</a:t>
            </a:fld>
            <a:endParaRPr lang="es-ES"/>
          </a:p>
        </p:txBody>
      </p:sp>
    </p:spTree>
    <p:extLst>
      <p:ext uri="{BB962C8B-B14F-4D97-AF65-F5344CB8AC3E}">
        <p14:creationId xmlns:p14="http://schemas.microsoft.com/office/powerpoint/2010/main" val="704948184"/>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B43FAEFC-2029-5F08-C3B2-E696FEC5CA0D}"/>
              </a:ext>
            </a:extLst>
          </p:cNvPr>
          <p:cNvSpPr/>
          <p:nvPr/>
        </p:nvSpPr>
        <p:spPr>
          <a:xfrm>
            <a:off x="301476" y="1725303"/>
            <a:ext cx="8576590" cy="1291415"/>
          </a:xfrm>
          <a:prstGeom prst="rect">
            <a:avLst/>
          </a:prstGeom>
          <a:solidFill>
            <a:schemeClr val="bg1">
              <a:lumMod val="95000"/>
            </a:schemeClr>
          </a:solidFill>
          <a:ln w="12700" cap="sq">
            <a:solidFill>
              <a:srgbClr val="FF79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783">
              <a:spcBef>
                <a:spcPts val="225"/>
              </a:spcBef>
              <a:spcAft>
                <a:spcPts val="225"/>
              </a:spcAft>
            </a:pPr>
            <a:endParaRPr lang="es-ES" sz="1200" err="1">
              <a:solidFill>
                <a:srgbClr val="FFFFFF"/>
              </a:solidFill>
            </a:endParaRPr>
          </a:p>
        </p:txBody>
      </p:sp>
      <p:sp>
        <p:nvSpPr>
          <p:cNvPr id="7" name="Rectángulo 6">
            <a:extLst>
              <a:ext uri="{FF2B5EF4-FFF2-40B4-BE49-F238E27FC236}">
                <a16:creationId xmlns:a16="http://schemas.microsoft.com/office/drawing/2014/main" id="{5E162392-C703-BFB2-AF7F-FF8DDB52A809}"/>
              </a:ext>
            </a:extLst>
          </p:cNvPr>
          <p:cNvSpPr/>
          <p:nvPr/>
        </p:nvSpPr>
        <p:spPr>
          <a:xfrm>
            <a:off x="302045" y="807315"/>
            <a:ext cx="8576590" cy="605360"/>
          </a:xfrm>
          <a:prstGeom prst="rect">
            <a:avLst/>
          </a:prstGeom>
          <a:solidFill>
            <a:schemeClr val="bg1">
              <a:lumMod val="95000"/>
            </a:schemeClr>
          </a:solidFill>
          <a:ln w="12700" cap="sq">
            <a:solidFill>
              <a:srgbClr val="FF79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783">
              <a:spcBef>
                <a:spcPts val="225"/>
              </a:spcBef>
              <a:spcAft>
                <a:spcPts val="225"/>
              </a:spcAft>
            </a:pPr>
            <a:endParaRPr lang="es-ES" sz="1200">
              <a:solidFill>
                <a:srgbClr val="FFFFFF"/>
              </a:solidFill>
            </a:endParaRPr>
          </a:p>
        </p:txBody>
      </p:sp>
      <p:sp>
        <p:nvSpPr>
          <p:cNvPr id="4" name="Título 3">
            <a:extLst>
              <a:ext uri="{FF2B5EF4-FFF2-40B4-BE49-F238E27FC236}">
                <a16:creationId xmlns:a16="http://schemas.microsoft.com/office/drawing/2014/main" id="{A4A62ABC-2F14-7A1E-45CD-4105F8E65B8F}"/>
              </a:ext>
            </a:extLst>
          </p:cNvPr>
          <p:cNvSpPr>
            <a:spLocks noGrp="1"/>
          </p:cNvSpPr>
          <p:nvPr>
            <p:ph type="title"/>
          </p:nvPr>
        </p:nvSpPr>
        <p:spPr>
          <a:xfrm>
            <a:off x="281728" y="56774"/>
            <a:ext cx="8590103" cy="339200"/>
          </a:xfrm>
          <a:solidFill>
            <a:schemeClr val="accent2"/>
          </a:solidFill>
        </p:spPr>
        <p:txBody>
          <a:bodyPr anchor="ctr">
            <a:noAutofit/>
          </a:bodyPr>
          <a:lstStyle/>
          <a:p>
            <a:pPr marL="54000"/>
            <a:r>
              <a:rPr lang="es-ES" sz="1200" b="1">
                <a:solidFill>
                  <a:schemeClr val="bg1"/>
                </a:solidFill>
                <a:latin typeface="+mn-lt"/>
                <a:ea typeface="Calibri" panose="020F0502020204030204" pitchFamily="34" charset="0"/>
                <a:cs typeface="Calibri" panose="020F0502020204030204" pitchFamily="34" charset="0"/>
              </a:rPr>
              <a:t>RESUMEN EJECUTIVO INCIDENCIA- TT 2606S77393 - Problema de llamadas </a:t>
            </a:r>
            <a:r>
              <a:rPr lang="es-ES" sz="1200" b="1" err="1">
                <a:solidFill>
                  <a:schemeClr val="bg1"/>
                </a:solidFill>
                <a:latin typeface="+mn-lt"/>
                <a:ea typeface="Calibri" panose="020F0502020204030204" pitchFamily="34" charset="0"/>
                <a:cs typeface="Calibri" panose="020F0502020204030204" pitchFamily="34" charset="0"/>
              </a:rPr>
              <a:t>numeros</a:t>
            </a:r>
            <a:r>
              <a:rPr lang="es-ES" sz="1200" b="1">
                <a:solidFill>
                  <a:schemeClr val="bg1"/>
                </a:solidFill>
                <a:latin typeface="+mn-lt"/>
                <a:ea typeface="Calibri" panose="020F0502020204030204" pitchFamily="34" charset="0"/>
                <a:cs typeface="Calibri" panose="020F0502020204030204" pitchFamily="34" charset="0"/>
              </a:rPr>
              <a:t> </a:t>
            </a:r>
            <a:r>
              <a:rPr lang="es-ES" sz="1200" b="1" err="1">
                <a:solidFill>
                  <a:schemeClr val="bg1"/>
                </a:solidFill>
                <a:latin typeface="+mn-lt"/>
                <a:ea typeface="Calibri" panose="020F0502020204030204" pitchFamily="34" charset="0"/>
                <a:cs typeface="Calibri" panose="020F0502020204030204" pitchFamily="34" charset="0"/>
              </a:rPr>
              <a:t>IVRs</a:t>
            </a:r>
            <a:r>
              <a:rPr lang="es-ES" sz="1200" b="1">
                <a:solidFill>
                  <a:schemeClr val="bg1"/>
                </a:solidFill>
                <a:latin typeface="+mn-lt"/>
                <a:ea typeface="Calibri" panose="020F0502020204030204" pitchFamily="34" charset="0"/>
                <a:cs typeface="Calibri" panose="020F0502020204030204" pitchFamily="34" charset="0"/>
              </a:rPr>
              <a:t> de ATC </a:t>
            </a:r>
            <a:r>
              <a:rPr lang="es-ES" sz="1200" b="1" err="1">
                <a:solidFill>
                  <a:schemeClr val="bg1"/>
                </a:solidFill>
                <a:latin typeface="+mn-lt"/>
                <a:ea typeface="Calibri" panose="020F0502020204030204" pitchFamily="34" charset="0"/>
                <a:cs typeface="Calibri" panose="020F0502020204030204" pitchFamily="34" charset="0"/>
              </a:rPr>
              <a:t>exMM</a:t>
            </a:r>
            <a:endParaRPr lang="es-ES" sz="1200" b="1">
              <a:solidFill>
                <a:schemeClr val="bg1"/>
              </a:solidFill>
              <a:latin typeface="+mn-lt"/>
              <a:cs typeface="Calibri" panose="020F0502020204030204" pitchFamily="34" charset="0"/>
            </a:endParaRPr>
          </a:p>
        </p:txBody>
      </p:sp>
      <p:sp>
        <p:nvSpPr>
          <p:cNvPr id="3" name="Subtítulo 1">
            <a:extLst>
              <a:ext uri="{FF2B5EF4-FFF2-40B4-BE49-F238E27FC236}">
                <a16:creationId xmlns:a16="http://schemas.microsoft.com/office/drawing/2014/main" id="{AD3F5E85-A3E7-9F60-D894-23EEC0160E1A}"/>
              </a:ext>
            </a:extLst>
          </p:cNvPr>
          <p:cNvSpPr txBox="1">
            <a:spLocks/>
          </p:cNvSpPr>
          <p:nvPr/>
        </p:nvSpPr>
        <p:spPr>
          <a:xfrm>
            <a:off x="7262855" y="417510"/>
            <a:ext cx="1699521" cy="35394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b="0" kern="1200" baseline="0" dirty="0">
                <a:solidFill>
                  <a:schemeClr val="accent4"/>
                </a:solidFill>
                <a:latin typeface="+mn-lt"/>
                <a:ea typeface="+mn-ea"/>
                <a:cs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3pPr>
            <a:lvl4pPr marL="597590" indent="-1511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defTabSz="685783">
              <a:buClr>
                <a:srgbClr val="000000"/>
              </a:buClr>
              <a:buNone/>
            </a:pPr>
            <a:r>
              <a:rPr lang="es-ES" sz="900" b="1">
                <a:solidFill>
                  <a:srgbClr val="FF7900"/>
                </a:solidFill>
                <a:ea typeface="Calibri" panose="020F0502020204030204" pitchFamily="34" charset="0"/>
                <a:cs typeface="Calibri" panose="020F0502020204030204" pitchFamily="34" charset="0"/>
              </a:rPr>
              <a:t>Inicio: </a:t>
            </a:r>
            <a:r>
              <a:rPr lang="es-ES" sz="900">
                <a:solidFill>
                  <a:srgbClr val="000000"/>
                </a:solidFill>
                <a:ea typeface="Calibri" panose="020F0502020204030204" pitchFamily="34" charset="0"/>
                <a:cs typeface="Calibri" panose="020F0502020204030204" pitchFamily="34" charset="0"/>
              </a:rPr>
              <a:t>09/06/2026  14:45:00</a:t>
            </a:r>
          </a:p>
          <a:p>
            <a:pPr defTabSz="685783">
              <a:buClr>
                <a:srgbClr val="000000"/>
              </a:buClr>
              <a:buNone/>
            </a:pPr>
            <a:r>
              <a:rPr lang="es-ES" sz="900" b="1">
                <a:solidFill>
                  <a:srgbClr val="FF7900"/>
                </a:solidFill>
                <a:ea typeface="Calibri" panose="020F0502020204030204" pitchFamily="34" charset="0"/>
                <a:cs typeface="Calibri" panose="020F0502020204030204" pitchFamily="34" charset="0"/>
              </a:rPr>
              <a:t>Duración: </a:t>
            </a:r>
            <a:r>
              <a:rPr lang="es-ES" sz="900">
                <a:solidFill>
                  <a:srgbClr val="000000"/>
                </a:solidFill>
                <a:ea typeface="Calibri" panose="020F0502020204030204" pitchFamily="34" charset="0"/>
                <a:cs typeface="Calibri" panose="020F0502020204030204" pitchFamily="34" charset="0"/>
              </a:rPr>
              <a:t>3h 25m</a:t>
            </a:r>
          </a:p>
        </p:txBody>
      </p:sp>
      <p:sp>
        <p:nvSpPr>
          <p:cNvPr id="8" name="Subtítulo 1">
            <a:extLst>
              <a:ext uri="{FF2B5EF4-FFF2-40B4-BE49-F238E27FC236}">
                <a16:creationId xmlns:a16="http://schemas.microsoft.com/office/drawing/2014/main" id="{7EF40F5D-2B48-773C-FB60-9FB0130C7C7C}"/>
              </a:ext>
            </a:extLst>
          </p:cNvPr>
          <p:cNvSpPr txBox="1">
            <a:spLocks/>
          </p:cNvSpPr>
          <p:nvPr/>
        </p:nvSpPr>
        <p:spPr>
          <a:xfrm>
            <a:off x="303746" y="564829"/>
            <a:ext cx="1087505" cy="138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b="0" kern="1200" baseline="0" dirty="0">
                <a:solidFill>
                  <a:schemeClr val="accent4"/>
                </a:solidFill>
                <a:latin typeface="+mn-lt"/>
                <a:ea typeface="+mn-ea"/>
                <a:cs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3pPr>
            <a:lvl4pPr marL="597590" indent="-1511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defTabSz="685783">
              <a:buClr>
                <a:srgbClr val="000000"/>
              </a:buClr>
              <a:buNone/>
            </a:pPr>
            <a:r>
              <a:rPr lang="es-ES" sz="900" b="1">
                <a:solidFill>
                  <a:srgbClr val="FF7900"/>
                </a:solidFill>
                <a:ea typeface="Calibri" panose="020F0502020204030204" pitchFamily="34" charset="0"/>
                <a:cs typeface="Calibri" panose="020F0502020204030204" pitchFamily="34" charset="0"/>
              </a:rPr>
              <a:t>IMPACTO</a:t>
            </a:r>
          </a:p>
        </p:txBody>
      </p:sp>
      <p:sp>
        <p:nvSpPr>
          <p:cNvPr id="9" name="TextBox 11">
            <a:extLst>
              <a:ext uri="{FF2B5EF4-FFF2-40B4-BE49-F238E27FC236}">
                <a16:creationId xmlns:a16="http://schemas.microsoft.com/office/drawing/2014/main" id="{63207F46-AE6C-53BC-66BF-F2B65585A826}"/>
              </a:ext>
            </a:extLst>
          </p:cNvPr>
          <p:cNvSpPr txBox="1">
            <a:spLocks/>
          </p:cNvSpPr>
          <p:nvPr/>
        </p:nvSpPr>
        <p:spPr>
          <a:xfrm>
            <a:off x="386748" y="833369"/>
            <a:ext cx="8370504" cy="517720"/>
          </a:xfrm>
          <a:prstGeom prst="rect">
            <a:avLst/>
          </a:prstGeom>
        </p:spPr>
        <p:txBody>
          <a:bodyPr vert="horz" wrap="square" lIns="0" tIns="0" rIns="0" bIns="0" rtlCol="0" anchor="ctr" anchorCtr="0">
            <a:noAutofit/>
          </a:bodyPr>
          <a:lstStyle>
            <a:lvl1pPr marL="0" lvl="0" indent="0" defTabSz="895350" eaLnBrk="1" latinLnBrk="0" hangingPunct="1">
              <a:buClr>
                <a:schemeClr val="tx2"/>
              </a:buClr>
              <a:buSzPct val="100000"/>
              <a:defRPr lang="x-none" sz="1400" baseline="0">
                <a:latin typeface="+mn-lt"/>
              </a:defRPr>
            </a:lvl1pPr>
            <a:lvl2pPr marL="193675" lvl="1" indent="-192088" defTabSz="895350" eaLnBrk="1" latinLnBrk="0" hangingPunct="1">
              <a:buClr>
                <a:schemeClr val="tx2"/>
              </a:buClr>
              <a:buSzPct val="125000"/>
              <a:buFont typeface="Arial" panose="020B0604020202020204" pitchFamily="34" charset="0"/>
              <a:buChar char="•"/>
              <a:defRPr lang="x-none" sz="1400" baseline="0">
                <a:latin typeface="+mn-lt"/>
              </a:defRPr>
            </a:lvl2pPr>
            <a:lvl3pPr marL="457200" lvl="2" indent="-261938" defTabSz="895350" eaLnBrk="1" latinLnBrk="0" hangingPunct="1">
              <a:buClr>
                <a:schemeClr val="tx2"/>
              </a:buClr>
              <a:buSzPct val="120000"/>
              <a:buFont typeface="Arial" charset="0"/>
              <a:buChar char="–"/>
              <a:defRPr lang="x-none" sz="1400" baseline="0">
                <a:latin typeface="+mn-lt"/>
              </a:defRPr>
            </a:lvl3pPr>
            <a:lvl4pPr marL="614363" lvl="3" indent="-155575" defTabSz="895350" eaLnBrk="1" latinLnBrk="0" hangingPunct="1">
              <a:buClr>
                <a:schemeClr val="tx1"/>
              </a:buClr>
              <a:buSzPct val="120000"/>
              <a:buFont typeface="Arial" charset="0"/>
              <a:buChar char="▫"/>
              <a:defRPr lang="x-none" sz="1400" baseline="0">
                <a:latin typeface="+mn-lt"/>
              </a:defRPr>
            </a:lvl4pPr>
            <a:lvl5pPr marL="749808" lvl="4" indent="-130175" defTabSz="895350" eaLnBrk="1" latinLnBrk="0" hangingPunct="1">
              <a:buClr>
                <a:schemeClr val="tx1"/>
              </a:buClr>
              <a:buSzPct val="89000"/>
              <a:buFont typeface="Arial" charset="0"/>
              <a:buChar char="-"/>
              <a:defRPr lang="x-none" sz="1400" baseline="0">
                <a:latin typeface="+mn-lt"/>
              </a:defRPr>
            </a:lvl5pPr>
            <a:lvl6pPr marL="749808" indent="-130175" defTabSz="895350" fontAlgn="base">
              <a:spcBef>
                <a:spcPct val="0"/>
              </a:spcBef>
              <a:spcAft>
                <a:spcPct val="0"/>
              </a:spcAft>
              <a:buClr>
                <a:schemeClr val="tx2"/>
              </a:buClr>
              <a:buSzPct val="89000"/>
              <a:buFont typeface="Arial" charset="0"/>
              <a:buChar char="-"/>
              <a:defRPr lang="x-none" baseline="0">
                <a:latin typeface="+mn-lt"/>
              </a:defRPr>
            </a:lvl6pPr>
            <a:lvl7pPr marL="749808" indent="-130175" defTabSz="895350" fontAlgn="base">
              <a:spcBef>
                <a:spcPct val="0"/>
              </a:spcBef>
              <a:spcAft>
                <a:spcPct val="0"/>
              </a:spcAft>
              <a:buClr>
                <a:schemeClr val="tx2"/>
              </a:buClr>
              <a:buSzPct val="89000"/>
              <a:buFont typeface="Arial" charset="0"/>
              <a:buChar char="-"/>
              <a:defRPr lang="x-none" baseline="0">
                <a:latin typeface="+mn-lt"/>
              </a:defRPr>
            </a:lvl7pPr>
            <a:lvl8pPr marL="749808" indent="-130175" defTabSz="895350" fontAlgn="base">
              <a:spcBef>
                <a:spcPct val="0"/>
              </a:spcBef>
              <a:spcAft>
                <a:spcPct val="0"/>
              </a:spcAft>
              <a:buClr>
                <a:schemeClr val="tx2"/>
              </a:buClr>
              <a:buSzPct val="89000"/>
              <a:buFont typeface="Arial" charset="0"/>
              <a:buChar char="-"/>
              <a:defRPr lang="x-none" baseline="0">
                <a:latin typeface="+mn-lt"/>
              </a:defRPr>
            </a:lvl8pPr>
            <a:lvl9pPr marL="749808" indent="-130175" defTabSz="895350" fontAlgn="base">
              <a:spcBef>
                <a:spcPct val="0"/>
              </a:spcBef>
              <a:spcAft>
                <a:spcPct val="0"/>
              </a:spcAft>
              <a:buClr>
                <a:schemeClr val="tx2"/>
              </a:buClr>
              <a:buSzPct val="89000"/>
              <a:buFont typeface="Arial" charset="0"/>
              <a:buChar char="-"/>
              <a:defRPr lang="x-none" baseline="0">
                <a:latin typeface="+mn-lt"/>
              </a:defRPr>
            </a:lvl9pPr>
          </a:lstStyle>
          <a:p>
            <a:pPr marL="129540" lvl="1" indent="-128111" defTabSz="671496" fontAlgn="base">
              <a:spcBef>
                <a:spcPct val="0"/>
              </a:spcBef>
              <a:spcAft>
                <a:spcPct val="0"/>
              </a:spcAft>
              <a:buClr>
                <a:srgbClr val="FF7900"/>
              </a:buClr>
              <a:defRPr/>
            </a:pPr>
            <a:endParaRPr lang="es-ES" sz="825" kern="0">
              <a:solidFill>
                <a:srgbClr val="000000"/>
              </a:solidFill>
              <a:ea typeface="Calibri"/>
              <a:cs typeface="Calibri"/>
            </a:endParaRPr>
          </a:p>
        </p:txBody>
      </p:sp>
      <p:pic>
        <p:nvPicPr>
          <p:cNvPr id="6" name="Gráfico 5" descr="Alta tensión con relleno sólido">
            <a:extLst>
              <a:ext uri="{FF2B5EF4-FFF2-40B4-BE49-F238E27FC236}">
                <a16:creationId xmlns:a16="http://schemas.microsoft.com/office/drawing/2014/main" id="{FA4B9999-FCE2-AF13-0563-CBE6EF499EF5}"/>
              </a:ext>
            </a:extLst>
          </p:cNvPr>
          <p:cNvPicPr>
            <a:picLocks noChangeAspect="1"/>
          </p:cNvPicPr>
          <p:nvPr/>
        </p:nvPicPr>
        <p:blipFill>
          <a:blip r:embed="rId3"/>
          <a:stretch>
            <a:fillRect/>
          </a:stretch>
        </p:blipFill>
        <p:spPr>
          <a:xfrm>
            <a:off x="281728" y="496197"/>
            <a:ext cx="284725" cy="284725"/>
          </a:xfrm>
          <a:prstGeom prst="rect">
            <a:avLst/>
          </a:prstGeom>
        </p:spPr>
      </p:pic>
      <p:pic>
        <p:nvPicPr>
          <p:cNvPr id="13" name="Gráfico 12" descr="causa y efecto contorno">
            <a:extLst>
              <a:ext uri="{FF2B5EF4-FFF2-40B4-BE49-F238E27FC236}">
                <a16:creationId xmlns:a16="http://schemas.microsoft.com/office/drawing/2014/main" id="{BE7AE98A-EE30-3ED5-2433-21432B1264A9}"/>
              </a:ext>
            </a:extLst>
          </p:cNvPr>
          <p:cNvPicPr>
            <a:picLocks noChangeAspect="1"/>
          </p:cNvPicPr>
          <p:nvPr/>
        </p:nvPicPr>
        <p:blipFill>
          <a:blip r:embed="rId4"/>
          <a:stretch>
            <a:fillRect/>
          </a:stretch>
        </p:blipFill>
        <p:spPr>
          <a:xfrm>
            <a:off x="332140" y="1434210"/>
            <a:ext cx="312479" cy="312478"/>
          </a:xfrm>
          <a:prstGeom prst="rect">
            <a:avLst/>
          </a:prstGeom>
        </p:spPr>
      </p:pic>
      <p:sp>
        <p:nvSpPr>
          <p:cNvPr id="17" name="Subtítulo 1">
            <a:extLst>
              <a:ext uri="{FF2B5EF4-FFF2-40B4-BE49-F238E27FC236}">
                <a16:creationId xmlns:a16="http://schemas.microsoft.com/office/drawing/2014/main" id="{E5F6C10D-D478-2167-82CA-35D11FA66AB4}"/>
              </a:ext>
            </a:extLst>
          </p:cNvPr>
          <p:cNvSpPr txBox="1">
            <a:spLocks/>
          </p:cNvSpPr>
          <p:nvPr/>
        </p:nvSpPr>
        <p:spPr>
          <a:xfrm>
            <a:off x="540831" y="1531705"/>
            <a:ext cx="613334" cy="138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b="0" kern="1200" baseline="0" dirty="0">
                <a:solidFill>
                  <a:schemeClr val="accent4"/>
                </a:solidFill>
                <a:latin typeface="+mn-lt"/>
                <a:ea typeface="+mn-ea"/>
                <a:cs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3pPr>
            <a:lvl4pPr marL="597590" indent="-1511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defTabSz="685783">
              <a:buClr>
                <a:srgbClr val="000000"/>
              </a:buClr>
              <a:buNone/>
            </a:pPr>
            <a:r>
              <a:rPr lang="es-ES" sz="900" b="1">
                <a:solidFill>
                  <a:srgbClr val="FF7900"/>
                </a:solidFill>
                <a:ea typeface="Calibri" panose="020F0502020204030204" pitchFamily="34" charset="0"/>
                <a:cs typeface="Calibri" panose="020F0502020204030204" pitchFamily="34" charset="0"/>
              </a:rPr>
              <a:t>CAUSA</a:t>
            </a:r>
          </a:p>
        </p:txBody>
      </p:sp>
      <p:sp>
        <p:nvSpPr>
          <p:cNvPr id="19" name="Subtítulo 1">
            <a:extLst>
              <a:ext uri="{FF2B5EF4-FFF2-40B4-BE49-F238E27FC236}">
                <a16:creationId xmlns:a16="http://schemas.microsoft.com/office/drawing/2014/main" id="{52D88586-9FDD-CD19-C59F-87B1F4DD9D8C}"/>
              </a:ext>
            </a:extLst>
          </p:cNvPr>
          <p:cNvSpPr txBox="1">
            <a:spLocks/>
          </p:cNvSpPr>
          <p:nvPr/>
        </p:nvSpPr>
        <p:spPr>
          <a:xfrm>
            <a:off x="4820791" y="1534420"/>
            <a:ext cx="1087505" cy="138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b="0" kern="1200" baseline="0" dirty="0">
                <a:solidFill>
                  <a:schemeClr val="accent4"/>
                </a:solidFill>
                <a:latin typeface="+mn-lt"/>
                <a:ea typeface="+mn-ea"/>
                <a:cs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3pPr>
            <a:lvl4pPr marL="597590" indent="-1511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defTabSz="685783">
              <a:buClr>
                <a:srgbClr val="000000"/>
              </a:buClr>
              <a:buNone/>
            </a:pPr>
            <a:r>
              <a:rPr lang="es-ES" sz="900" b="1">
                <a:solidFill>
                  <a:srgbClr val="FF7900"/>
                </a:solidFill>
                <a:ea typeface="Calibri" panose="020F0502020204030204" pitchFamily="34" charset="0"/>
                <a:cs typeface="Calibri" panose="020F0502020204030204" pitchFamily="34" charset="0"/>
              </a:rPr>
              <a:t>SOLUCION</a:t>
            </a:r>
          </a:p>
        </p:txBody>
      </p:sp>
      <p:sp>
        <p:nvSpPr>
          <p:cNvPr id="22" name="CuadroTexto 21">
            <a:extLst>
              <a:ext uri="{FF2B5EF4-FFF2-40B4-BE49-F238E27FC236}">
                <a16:creationId xmlns:a16="http://schemas.microsoft.com/office/drawing/2014/main" id="{13C37813-B563-8C99-1EB8-B7A04A6B7039}"/>
              </a:ext>
            </a:extLst>
          </p:cNvPr>
          <p:cNvSpPr txBox="1"/>
          <p:nvPr/>
        </p:nvSpPr>
        <p:spPr>
          <a:xfrm>
            <a:off x="340349" y="1810636"/>
            <a:ext cx="4400024" cy="969665"/>
          </a:xfrm>
          <a:prstGeom prst="rect">
            <a:avLst/>
          </a:prstGeom>
          <a:ln w="6350">
            <a:noFill/>
            <a:miter lim="800000"/>
          </a:ln>
        </p:spPr>
        <p:txBody>
          <a:bodyPr vert="horz" wrap="square" lIns="0" tIns="0" rIns="0" bIns="0" rtlCol="0" anchor="t">
            <a:noAutofit/>
          </a:bodyPr>
          <a:lstStyle/>
          <a:p>
            <a:pPr marL="128111" indent="-128111" defTabSz="685783">
              <a:spcBef>
                <a:spcPts val="225"/>
              </a:spcBef>
              <a:spcAft>
                <a:spcPts val="225"/>
              </a:spcAft>
              <a:buClr>
                <a:srgbClr val="FF7900"/>
              </a:buClr>
              <a:buFont typeface="Courier New" panose="02070309020205020404" pitchFamily="49" charset="0"/>
              <a:buChar char="o"/>
            </a:pPr>
            <a:r>
              <a:rPr lang="es-ES" sz="900">
                <a:solidFill>
                  <a:srgbClr val="000000"/>
                </a:solidFill>
                <a:ea typeface="Calibri"/>
                <a:cs typeface="Arial"/>
              </a:rPr>
              <a:t>Saturación del límite de conexiones/prefijos BGP en la interconexión con AWS (donde  reside la plataforma Genesys), alcanzando el máximo configurado (15K), lo que provocó fallos de conectividad y ausencia de respuesta a las peticiones SIP</a:t>
            </a:r>
          </a:p>
          <a:p>
            <a:pPr marL="128111" indent="-128111" defTabSz="685783">
              <a:spcBef>
                <a:spcPts val="225"/>
              </a:spcBef>
              <a:spcAft>
                <a:spcPts val="225"/>
              </a:spcAft>
              <a:buClr>
                <a:srgbClr val="FF7900"/>
              </a:buClr>
              <a:buFont typeface="Courier New" panose="02070309020205020404" pitchFamily="49" charset="0"/>
              <a:buChar char="o"/>
            </a:pPr>
            <a:r>
              <a:rPr lang="es-ES" sz="900"/>
              <a:t>Durante el transcurso de la incidencia, se </a:t>
            </a:r>
            <a:r>
              <a:rPr lang="es-ES" sz="900" err="1"/>
              <a:t>establecio</a:t>
            </a:r>
            <a:r>
              <a:rPr lang="es-ES" sz="900"/>
              <a:t> que desde el día 06/06 había </a:t>
            </a:r>
            <a:r>
              <a:rPr lang="es-ES" sz="900" err="1"/>
              <a:t>degradacin</a:t>
            </a:r>
            <a:r>
              <a:rPr lang="es-ES" sz="900"/>
              <a:t> en las llamadas (no audio) pero no se llego a identificar el problema con origen en Red</a:t>
            </a:r>
            <a:endParaRPr lang="es-ES" sz="900">
              <a:solidFill>
                <a:srgbClr val="000000"/>
              </a:solidFill>
              <a:ea typeface="Calibri"/>
              <a:cs typeface="Arial"/>
            </a:endParaRPr>
          </a:p>
        </p:txBody>
      </p:sp>
      <p:sp>
        <p:nvSpPr>
          <p:cNvPr id="23" name="CuadroTexto 22">
            <a:extLst>
              <a:ext uri="{FF2B5EF4-FFF2-40B4-BE49-F238E27FC236}">
                <a16:creationId xmlns:a16="http://schemas.microsoft.com/office/drawing/2014/main" id="{EED105A6-7FBE-551C-6C6E-ED785AA48767}"/>
              </a:ext>
            </a:extLst>
          </p:cNvPr>
          <p:cNvSpPr txBox="1"/>
          <p:nvPr/>
        </p:nvSpPr>
        <p:spPr>
          <a:xfrm>
            <a:off x="4820792" y="1787725"/>
            <a:ext cx="4051040" cy="623821"/>
          </a:xfrm>
          <a:prstGeom prst="rect">
            <a:avLst/>
          </a:prstGeom>
          <a:ln w="6350">
            <a:noFill/>
            <a:miter lim="800000"/>
          </a:ln>
        </p:spPr>
        <p:txBody>
          <a:bodyPr vert="horz" wrap="square" lIns="0" tIns="0" rIns="0" bIns="0" rtlCol="0">
            <a:noAutofit/>
          </a:bodyPr>
          <a:lstStyle/>
          <a:p>
            <a:pPr marL="128111" indent="-128111" defTabSz="685783">
              <a:spcBef>
                <a:spcPts val="225"/>
              </a:spcBef>
              <a:spcAft>
                <a:spcPts val="225"/>
              </a:spcAft>
              <a:buClr>
                <a:srgbClr val="FF7900"/>
              </a:buClr>
              <a:buFont typeface="Courier New" panose="02070309020205020404" pitchFamily="49" charset="0"/>
              <a:buChar char="o"/>
            </a:pPr>
            <a:r>
              <a:rPr lang="es-ES" sz="900">
                <a:solidFill>
                  <a:srgbClr val="000000"/>
                </a:solidFill>
                <a:ea typeface="Calibri"/>
                <a:cs typeface="Arial"/>
              </a:rPr>
              <a:t>Se conmuta del SBC principal al secundario empeorando la situación</a:t>
            </a:r>
          </a:p>
          <a:p>
            <a:pPr marL="128111" indent="-128111" defTabSz="685783">
              <a:spcBef>
                <a:spcPts val="225"/>
              </a:spcBef>
              <a:spcAft>
                <a:spcPts val="225"/>
              </a:spcAft>
              <a:buClr>
                <a:srgbClr val="FF7900"/>
              </a:buClr>
              <a:buFont typeface="Courier New" panose="02070309020205020404" pitchFamily="49" charset="0"/>
              <a:buChar char="o"/>
            </a:pPr>
            <a:r>
              <a:rPr lang="es-ES" sz="900">
                <a:solidFill>
                  <a:srgbClr val="000000"/>
                </a:solidFill>
                <a:ea typeface="Calibri"/>
                <a:cs typeface="Arial"/>
              </a:rPr>
              <a:t>Tras la revisión por parte del TMC IP, se aumenta el límite de prefijos de sesiones BGP de15k a 30k en 4 equipos Juniper de Madrid solventando así el problema</a:t>
            </a:r>
            <a:endParaRPr lang="es-ES" sz="900">
              <a:solidFill>
                <a:srgbClr val="000000"/>
              </a:solidFill>
              <a:ea typeface="Calibri" panose="020F0502020204030204" pitchFamily="34" charset="0"/>
              <a:cs typeface="Calibri" panose="020F0502020204030204" pitchFamily="34" charset="0"/>
            </a:endParaRPr>
          </a:p>
        </p:txBody>
      </p:sp>
      <p:pic>
        <p:nvPicPr>
          <p:cNvPr id="26" name="Gráfico 25" descr="Cronómetro contorno">
            <a:extLst>
              <a:ext uri="{FF2B5EF4-FFF2-40B4-BE49-F238E27FC236}">
                <a16:creationId xmlns:a16="http://schemas.microsoft.com/office/drawing/2014/main" id="{777BA738-FCF6-50D5-9EC5-D1E8B0F6C93C}"/>
              </a:ext>
            </a:extLst>
          </p:cNvPr>
          <p:cNvPicPr>
            <a:picLocks noChangeAspect="1"/>
          </p:cNvPicPr>
          <p:nvPr/>
        </p:nvPicPr>
        <p:blipFill>
          <a:blip r:embed="rId5"/>
          <a:stretch>
            <a:fillRect/>
          </a:stretch>
        </p:blipFill>
        <p:spPr>
          <a:xfrm>
            <a:off x="6919954" y="438022"/>
            <a:ext cx="342900" cy="342900"/>
          </a:xfrm>
          <a:prstGeom prst="rect">
            <a:avLst/>
          </a:prstGeom>
        </p:spPr>
      </p:pic>
      <p:pic>
        <p:nvPicPr>
          <p:cNvPr id="28" name="Gráfico 27" descr="Diana contorno">
            <a:extLst>
              <a:ext uri="{FF2B5EF4-FFF2-40B4-BE49-F238E27FC236}">
                <a16:creationId xmlns:a16="http://schemas.microsoft.com/office/drawing/2014/main" id="{7564FF2E-724F-F51C-19F3-C93B9F17CF80}"/>
              </a:ext>
            </a:extLst>
          </p:cNvPr>
          <p:cNvPicPr>
            <a:picLocks noChangeAspect="1"/>
          </p:cNvPicPr>
          <p:nvPr/>
        </p:nvPicPr>
        <p:blipFill>
          <a:blip r:embed="rId6"/>
          <a:stretch>
            <a:fillRect/>
          </a:stretch>
        </p:blipFill>
        <p:spPr>
          <a:xfrm>
            <a:off x="4740373" y="1455370"/>
            <a:ext cx="285959" cy="285959"/>
          </a:xfrm>
          <a:prstGeom prst="rect">
            <a:avLst/>
          </a:prstGeom>
        </p:spPr>
      </p:pic>
      <p:sp>
        <p:nvSpPr>
          <p:cNvPr id="5" name="Subtítulo 1">
            <a:extLst>
              <a:ext uri="{FF2B5EF4-FFF2-40B4-BE49-F238E27FC236}">
                <a16:creationId xmlns:a16="http://schemas.microsoft.com/office/drawing/2014/main" id="{418E39D3-02F9-3A5E-0729-B87BDB0D748C}"/>
              </a:ext>
            </a:extLst>
          </p:cNvPr>
          <p:cNvSpPr txBox="1">
            <a:spLocks/>
          </p:cNvSpPr>
          <p:nvPr/>
        </p:nvSpPr>
        <p:spPr>
          <a:xfrm>
            <a:off x="566453" y="3129056"/>
            <a:ext cx="2044269" cy="13849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b="0" kern="1200" baseline="0" dirty="0">
                <a:solidFill>
                  <a:schemeClr val="accent4"/>
                </a:solidFill>
                <a:latin typeface="+mn-lt"/>
                <a:ea typeface="+mn-ea"/>
                <a:cs typeface="Arial" panose="020B0604020202020204" pitchFamily="34" charset="0"/>
              </a:defRPr>
            </a:lvl1pPr>
            <a:lvl2pPr marL="230396" indent="-226796"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2pPr>
            <a:lvl3pPr marL="442793" indent="-215997"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i="0" kern="1200" dirty="0">
                <a:solidFill>
                  <a:schemeClr val="tx1"/>
                </a:solidFill>
                <a:latin typeface="+mn-lt"/>
                <a:ea typeface="+mn-ea"/>
                <a:cs typeface="+mn-cs"/>
              </a:defRPr>
            </a:lvl3pPr>
            <a:lvl4pPr marL="597590" indent="-1511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187" indent="-14759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lgn="ctr" defTabSz="685783">
              <a:buClr>
                <a:srgbClr val="000000"/>
              </a:buClr>
              <a:buNone/>
            </a:pPr>
            <a:r>
              <a:rPr lang="es-ES" sz="900" b="1">
                <a:solidFill>
                  <a:srgbClr val="FF7900"/>
                </a:solidFill>
                <a:ea typeface="Calibri" panose="020F0502020204030204" pitchFamily="34" charset="0"/>
                <a:cs typeface="Calibri" panose="020F0502020204030204" pitchFamily="34" charset="0"/>
              </a:rPr>
              <a:t>PUNTOS DE ACCION RELEVANTES</a:t>
            </a:r>
          </a:p>
        </p:txBody>
      </p:sp>
      <p:pic>
        <p:nvPicPr>
          <p:cNvPr id="10" name="Gráfico 9" descr="Marca de insignia contorno">
            <a:extLst>
              <a:ext uri="{FF2B5EF4-FFF2-40B4-BE49-F238E27FC236}">
                <a16:creationId xmlns:a16="http://schemas.microsoft.com/office/drawing/2014/main" id="{05696517-C085-F0F5-DAE6-E01BA26C2EA2}"/>
              </a:ext>
            </a:extLst>
          </p:cNvPr>
          <p:cNvPicPr>
            <a:picLocks noChangeAspect="1"/>
          </p:cNvPicPr>
          <p:nvPr/>
        </p:nvPicPr>
        <p:blipFill>
          <a:blip r:embed="rId7"/>
          <a:stretch>
            <a:fillRect/>
          </a:stretch>
        </p:blipFill>
        <p:spPr>
          <a:xfrm>
            <a:off x="301477" y="3031688"/>
            <a:ext cx="270623" cy="270623"/>
          </a:xfrm>
          <a:prstGeom prst="rect">
            <a:avLst/>
          </a:prstGeom>
        </p:spPr>
      </p:pic>
      <p:sp>
        <p:nvSpPr>
          <p:cNvPr id="11" name="CuadroTexto 10">
            <a:extLst>
              <a:ext uri="{FF2B5EF4-FFF2-40B4-BE49-F238E27FC236}">
                <a16:creationId xmlns:a16="http://schemas.microsoft.com/office/drawing/2014/main" id="{82EFE7B1-5505-DD47-F2FD-5696BB30DA96}"/>
              </a:ext>
            </a:extLst>
          </p:cNvPr>
          <p:cNvSpPr txBox="1"/>
          <p:nvPr/>
        </p:nvSpPr>
        <p:spPr>
          <a:xfrm>
            <a:off x="424090" y="859260"/>
            <a:ext cx="8260984" cy="969665"/>
          </a:xfrm>
          <a:prstGeom prst="rect">
            <a:avLst/>
          </a:prstGeom>
          <a:ln w="6350">
            <a:noFill/>
            <a:miter lim="800000"/>
          </a:ln>
        </p:spPr>
        <p:txBody>
          <a:bodyPr vert="horz" wrap="square" lIns="0" tIns="0" rIns="0" bIns="0" rtlCol="0" anchor="t">
            <a:noAutofit/>
          </a:bodyPr>
          <a:lstStyle/>
          <a:p>
            <a:pPr marL="128111" indent="-128111" defTabSz="685783">
              <a:spcBef>
                <a:spcPts val="225"/>
              </a:spcBef>
              <a:spcAft>
                <a:spcPts val="225"/>
              </a:spcAft>
              <a:buClr>
                <a:srgbClr val="FF7900"/>
              </a:buClr>
              <a:buFont typeface="Courier New" panose="02070309020205020404" pitchFamily="49" charset="0"/>
              <a:buChar char="o"/>
            </a:pPr>
            <a:r>
              <a:rPr lang="es-ES" sz="900">
                <a:solidFill>
                  <a:srgbClr val="000000"/>
                </a:solidFill>
                <a:ea typeface="Calibri"/>
                <a:cs typeface="Arial"/>
              </a:rPr>
              <a:t>Se produjo una degradación progresiva del servicio de voz que evolucionó desde problemas de audio hasta la imposibilidad total de establecer llamadas.. El impacto se traduce en una disminución en llamadas entrantes/salientes de ATC (40K/54K) respecto al mismo intervalo de semana anterior. </a:t>
            </a:r>
          </a:p>
          <a:p>
            <a:pPr marL="128111" indent="-128111" defTabSz="685783">
              <a:spcBef>
                <a:spcPts val="225"/>
              </a:spcBef>
              <a:spcAft>
                <a:spcPts val="225"/>
              </a:spcAft>
              <a:buClr>
                <a:srgbClr val="FF7900"/>
              </a:buClr>
              <a:buFont typeface="Courier New" panose="02070309020205020404" pitchFamily="49" charset="0"/>
              <a:buChar char="o"/>
            </a:pPr>
            <a:r>
              <a:rPr lang="es-ES" sz="900">
                <a:solidFill>
                  <a:srgbClr val="000000"/>
                </a:solidFill>
                <a:ea typeface="Calibri"/>
                <a:cs typeface="Arial"/>
              </a:rPr>
              <a:t>La primera degradación del servicio se detecta el 06/06 pero se </a:t>
            </a:r>
            <a:r>
              <a:rPr lang="es-ES" sz="900" err="1">
                <a:solidFill>
                  <a:srgbClr val="000000"/>
                </a:solidFill>
                <a:ea typeface="Calibri"/>
                <a:cs typeface="Arial"/>
              </a:rPr>
              <a:t>se</a:t>
            </a:r>
            <a:r>
              <a:rPr lang="es-ES" sz="900">
                <a:solidFill>
                  <a:srgbClr val="000000"/>
                </a:solidFill>
                <a:ea typeface="Calibri"/>
                <a:cs typeface="Arial"/>
              </a:rPr>
              <a:t> solventa sin detectar impacto a nivel de red</a:t>
            </a:r>
          </a:p>
        </p:txBody>
      </p:sp>
      <p:graphicFrame>
        <p:nvGraphicFramePr>
          <p:cNvPr id="20" name="Tabla 19">
            <a:extLst>
              <a:ext uri="{FF2B5EF4-FFF2-40B4-BE49-F238E27FC236}">
                <a16:creationId xmlns:a16="http://schemas.microsoft.com/office/drawing/2014/main" id="{3D0EFB02-8058-2232-8F05-EFFE5781B9F0}"/>
              </a:ext>
            </a:extLst>
          </p:cNvPr>
          <p:cNvGraphicFramePr>
            <a:graphicFrameLocks noGrp="1"/>
          </p:cNvGraphicFramePr>
          <p:nvPr>
            <p:extLst>
              <p:ext uri="{D42A27DB-BD31-4B8C-83A1-F6EECF244321}">
                <p14:modId xmlns:p14="http://schemas.microsoft.com/office/powerpoint/2010/main" val="3164923107"/>
              </p:ext>
            </p:extLst>
          </p:nvPr>
        </p:nvGraphicFramePr>
        <p:xfrm>
          <a:off x="301477" y="3503457"/>
          <a:ext cx="8577158" cy="1325880"/>
        </p:xfrm>
        <a:graphic>
          <a:graphicData uri="http://schemas.openxmlformats.org/drawingml/2006/table">
            <a:tbl>
              <a:tblPr/>
              <a:tblGrid>
                <a:gridCol w="722927">
                  <a:extLst>
                    <a:ext uri="{9D8B030D-6E8A-4147-A177-3AD203B41FA5}">
                      <a16:colId xmlns:a16="http://schemas.microsoft.com/office/drawing/2014/main" val="1401375389"/>
                    </a:ext>
                  </a:extLst>
                </a:gridCol>
                <a:gridCol w="3830380">
                  <a:extLst>
                    <a:ext uri="{9D8B030D-6E8A-4147-A177-3AD203B41FA5}">
                      <a16:colId xmlns:a16="http://schemas.microsoft.com/office/drawing/2014/main" val="1792316014"/>
                    </a:ext>
                  </a:extLst>
                </a:gridCol>
                <a:gridCol w="1294221">
                  <a:extLst>
                    <a:ext uri="{9D8B030D-6E8A-4147-A177-3AD203B41FA5}">
                      <a16:colId xmlns:a16="http://schemas.microsoft.com/office/drawing/2014/main" val="4138703582"/>
                    </a:ext>
                  </a:extLst>
                </a:gridCol>
                <a:gridCol w="2729630">
                  <a:extLst>
                    <a:ext uri="{9D8B030D-6E8A-4147-A177-3AD203B41FA5}">
                      <a16:colId xmlns:a16="http://schemas.microsoft.com/office/drawing/2014/main" val="3075670872"/>
                    </a:ext>
                  </a:extLst>
                </a:gridCol>
              </a:tblGrid>
              <a:tr h="134866">
                <a:tc>
                  <a:txBody>
                    <a:bodyPr/>
                    <a:lstStyle/>
                    <a:p>
                      <a:pPr algn="ctr" fontAlgn="ctr">
                        <a:buNone/>
                      </a:pPr>
                      <a:r>
                        <a:rPr lang="es-ES" sz="1050" b="1" i="0" u="none" strike="noStrike">
                          <a:solidFill>
                            <a:srgbClr val="ED7D31"/>
                          </a:solidFill>
                          <a:effectLst/>
                          <a:latin typeface="Arial"/>
                        </a:rPr>
                        <a:t>Pain Point</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2F2F2"/>
                    </a:solidFill>
                  </a:tcPr>
                </a:tc>
                <a:tc>
                  <a:txBody>
                    <a:bodyPr/>
                    <a:lstStyle/>
                    <a:p>
                      <a:pPr algn="ctr" fontAlgn="ctr">
                        <a:buNone/>
                      </a:pPr>
                      <a:r>
                        <a:rPr lang="es-ES" sz="1050" b="1" i="0" u="none" strike="noStrike" err="1">
                          <a:solidFill>
                            <a:srgbClr val="ED7D31"/>
                          </a:solidFill>
                          <a:effectLst/>
                          <a:latin typeface="Arial"/>
                        </a:rPr>
                        <a:t>Description</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2F2F2"/>
                    </a:solidFill>
                  </a:tcPr>
                </a:tc>
                <a:tc>
                  <a:txBody>
                    <a:bodyPr/>
                    <a:lstStyle/>
                    <a:p>
                      <a:pPr algn="ctr" fontAlgn="ctr">
                        <a:buNone/>
                      </a:pPr>
                      <a:r>
                        <a:rPr lang="es-ES" sz="1050" b="1" i="0" u="none" strike="noStrike">
                          <a:solidFill>
                            <a:srgbClr val="ED7D31"/>
                          </a:solidFill>
                          <a:effectLst/>
                          <a:latin typeface="Arial"/>
                        </a:rPr>
                        <a:t>Owner</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2F2F2"/>
                    </a:solidFill>
                  </a:tcPr>
                </a:tc>
                <a:tc>
                  <a:txBody>
                    <a:bodyPr/>
                    <a:lstStyle/>
                    <a:p>
                      <a:pPr algn="ctr" fontAlgn="ctr">
                        <a:buNone/>
                      </a:pPr>
                      <a:r>
                        <a:rPr lang="es-ES" sz="1050" b="1" i="0" u="none" strike="noStrike" err="1">
                          <a:solidFill>
                            <a:srgbClr val="ED7D31"/>
                          </a:solidFill>
                          <a:effectLst/>
                          <a:latin typeface="Arial"/>
                        </a:rPr>
                        <a:t>Forecast</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2F2F2"/>
                    </a:solidFill>
                  </a:tcPr>
                </a:tc>
                <a:extLst>
                  <a:ext uri="{0D108BD9-81ED-4DB2-BD59-A6C34878D82A}">
                    <a16:rowId xmlns:a16="http://schemas.microsoft.com/office/drawing/2014/main" val="2804255511"/>
                  </a:ext>
                </a:extLst>
              </a:tr>
              <a:tr h="134866">
                <a:tc>
                  <a:txBody>
                    <a:bodyPr/>
                    <a:lstStyle/>
                    <a:p>
                      <a:pPr algn="ctr" fontAlgn="ctr">
                        <a:buNone/>
                      </a:pPr>
                      <a:r>
                        <a:rPr lang="es-ES" sz="1050" b="0" i="0" u="none" strike="noStrike">
                          <a:solidFill>
                            <a:srgbClr val="000000"/>
                          </a:solidFill>
                          <a:effectLst/>
                          <a:latin typeface="Arial"/>
                        </a:rPr>
                        <a:t>Solución</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BE2D5"/>
                    </a:solidFill>
                  </a:tcPr>
                </a:tc>
                <a:tc>
                  <a:txBody>
                    <a:bodyPr/>
                    <a:lstStyle/>
                    <a:p>
                      <a:pPr algn="l" fontAlgn="ctr">
                        <a:buNone/>
                      </a:pPr>
                      <a:r>
                        <a:rPr lang="es-ES" sz="1050" b="0" i="0" u="none" strike="noStrike">
                          <a:solidFill>
                            <a:srgbClr val="000000"/>
                          </a:solidFill>
                          <a:effectLst/>
                          <a:latin typeface="Arial"/>
                        </a:rPr>
                        <a:t>Ampliación </a:t>
                      </a:r>
                      <a:r>
                        <a:rPr lang="es-ES" sz="1050" b="0" i="0" u="none" strike="noStrike" err="1">
                          <a:solidFill>
                            <a:srgbClr val="000000"/>
                          </a:solidFill>
                          <a:effectLst/>
                          <a:latin typeface="Arial"/>
                        </a:rPr>
                        <a:t>prefix</a:t>
                      </a:r>
                      <a:r>
                        <a:rPr lang="es-ES" sz="1050" b="0" i="0" u="none" strike="noStrike">
                          <a:solidFill>
                            <a:srgbClr val="000000"/>
                          </a:solidFill>
                          <a:effectLst/>
                          <a:latin typeface="Arial"/>
                        </a:rPr>
                        <a:t>-BGP para servicio AWS</a:t>
                      </a:r>
                    </a:p>
                  </a:txBody>
                  <a:tcPr marL="64645"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a:rPr>
                        <a:t>TMC </a:t>
                      </a:r>
                      <a:r>
                        <a:rPr lang="es-ES" sz="1050" b="0" i="0" u="none" strike="noStrike" err="1">
                          <a:solidFill>
                            <a:srgbClr val="000000"/>
                          </a:solidFill>
                          <a:effectLst/>
                          <a:latin typeface="Arial"/>
                        </a:rPr>
                        <a:t>Acceso_Fijo</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panose="020B0604020202020204" pitchFamily="34" charset="0"/>
                        </a:rPr>
                        <a:t>Cerrado</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3200124127"/>
                  </a:ext>
                </a:extLst>
              </a:tr>
              <a:tr h="269730">
                <a:tc>
                  <a:txBody>
                    <a:bodyPr/>
                    <a:lstStyle/>
                    <a:p>
                      <a:pPr algn="ctr" fontAlgn="ctr">
                        <a:buNone/>
                      </a:pPr>
                      <a:r>
                        <a:rPr lang="es-ES" sz="1050" b="0" i="0" u="none" strike="noStrike">
                          <a:solidFill>
                            <a:srgbClr val="000000"/>
                          </a:solidFill>
                          <a:effectLst/>
                          <a:latin typeface="Arial"/>
                        </a:rPr>
                        <a:t>Detección</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BE2D5"/>
                    </a:solidFill>
                  </a:tcPr>
                </a:tc>
                <a:tc>
                  <a:txBody>
                    <a:bodyPr/>
                    <a:lstStyle/>
                    <a:p>
                      <a:pPr algn="l" fontAlgn="ctr">
                        <a:buNone/>
                      </a:pPr>
                      <a:r>
                        <a:rPr lang="es-ES" sz="1050" b="0" i="0" u="none" strike="noStrike">
                          <a:solidFill>
                            <a:srgbClr val="000000"/>
                          </a:solidFill>
                          <a:effectLst/>
                          <a:latin typeface="Arial"/>
                        </a:rPr>
                        <a:t>Implementar alarmas WARNING-</a:t>
                      </a:r>
                      <a:r>
                        <a:rPr lang="es-ES" sz="1050" b="0" i="0" u="none" strike="noStrike" err="1">
                          <a:solidFill>
                            <a:srgbClr val="000000"/>
                          </a:solidFill>
                          <a:effectLst/>
                          <a:latin typeface="Arial"/>
                        </a:rPr>
                        <a:t>limit</a:t>
                      </a:r>
                      <a:r>
                        <a:rPr lang="es-ES" sz="1050" b="0" i="0" u="none" strike="noStrike">
                          <a:solidFill>
                            <a:srgbClr val="000000"/>
                          </a:solidFill>
                          <a:effectLst/>
                          <a:latin typeface="Arial"/>
                        </a:rPr>
                        <a:t> sesiones BGP - BGP Down </a:t>
                      </a:r>
                      <a:r>
                        <a:rPr lang="es-ES" sz="1050" b="0" i="0" u="none" strike="noStrike" err="1">
                          <a:solidFill>
                            <a:srgbClr val="000000"/>
                          </a:solidFill>
                          <a:effectLst/>
                          <a:latin typeface="Arial"/>
                        </a:rPr>
                        <a:t>ICXs</a:t>
                      </a:r>
                      <a:r>
                        <a:rPr lang="es-ES" sz="1050" b="0" i="0" u="none" strike="noStrike">
                          <a:solidFill>
                            <a:srgbClr val="000000"/>
                          </a:solidFill>
                          <a:effectLst/>
                          <a:latin typeface="Arial"/>
                        </a:rPr>
                        <a:t> terceros en Autin</a:t>
                      </a:r>
                    </a:p>
                  </a:txBody>
                  <a:tcPr marL="64645"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a:rPr>
                        <a:t>TMC </a:t>
                      </a:r>
                      <a:r>
                        <a:rPr lang="es-ES" sz="1050" b="0" i="0" u="none" strike="noStrike" err="1">
                          <a:solidFill>
                            <a:srgbClr val="000000"/>
                          </a:solidFill>
                          <a:effectLst/>
                          <a:latin typeface="Arial"/>
                        </a:rPr>
                        <a:t>Acceso_Fijo</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b">
                        <a:buNone/>
                      </a:pPr>
                      <a:endParaRPr lang="en-US"/>
                    </a:p>
                    <a:p>
                      <a:pPr algn="ctr" fontAlgn="b">
                        <a:buNone/>
                      </a:pPr>
                      <a:r>
                        <a:rPr lang="es-ES" sz="1050" b="0" i="0" u="none" strike="noStrike">
                          <a:solidFill>
                            <a:srgbClr val="000000"/>
                          </a:solidFill>
                          <a:effectLst/>
                          <a:latin typeface="Arial"/>
                        </a:rPr>
                        <a:t>W26</a:t>
                      </a:r>
                    </a:p>
                  </a:txBody>
                  <a:tcPr marL="0" marR="0" marT="0" marB="0" anchor="b">
                    <a:lnL w="6350" cap="flat" cmpd="sng" algn="ctr">
                      <a:solidFill>
                        <a:srgbClr val="ADADAD"/>
                      </a:solidFill>
                      <a:prstDash val="solid"/>
                      <a:round/>
                      <a:headEnd type="none" w="med" len="med"/>
                      <a:tailEnd type="none" w="med" len="med"/>
                    </a:lnL>
                    <a:lnR>
                      <a:noFill/>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227614651"/>
                  </a:ext>
                </a:extLst>
              </a:tr>
              <a:tr h="134866">
                <a:tc>
                  <a:txBody>
                    <a:bodyPr/>
                    <a:lstStyle/>
                    <a:p>
                      <a:pPr algn="ctr" fontAlgn="ctr">
                        <a:buNone/>
                      </a:pPr>
                      <a:r>
                        <a:rPr lang="es-ES" sz="1050" b="0" i="0" u="none" strike="noStrike">
                          <a:solidFill>
                            <a:srgbClr val="000000"/>
                          </a:solidFill>
                          <a:effectLst/>
                          <a:latin typeface="Arial"/>
                        </a:rPr>
                        <a:t>Detección</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BE2D5"/>
                    </a:solidFill>
                  </a:tcPr>
                </a:tc>
                <a:tc>
                  <a:txBody>
                    <a:bodyPr/>
                    <a:lstStyle/>
                    <a:p>
                      <a:pPr algn="l" fontAlgn="ctr">
                        <a:buNone/>
                      </a:pPr>
                      <a:r>
                        <a:rPr lang="es-ES" sz="1050" b="0" i="0" u="none" strike="noStrike">
                          <a:solidFill>
                            <a:srgbClr val="000000"/>
                          </a:solidFill>
                          <a:effectLst/>
                          <a:latin typeface="Arial"/>
                        </a:rPr>
                        <a:t>Auditoría de limites de prefijos de sesiones BGP</a:t>
                      </a:r>
                    </a:p>
                  </a:txBody>
                  <a:tcPr marL="64645"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a:rPr>
                        <a:t>TMC </a:t>
                      </a:r>
                      <a:r>
                        <a:rPr lang="es-ES" sz="1050" b="0" i="0" u="none" strike="noStrike" err="1">
                          <a:solidFill>
                            <a:srgbClr val="000000"/>
                          </a:solidFill>
                          <a:effectLst/>
                          <a:latin typeface="Arial"/>
                        </a:rPr>
                        <a:t>Acceso_Fijo</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a:rPr>
                        <a:t>Cerrado</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2098478076"/>
                  </a:ext>
                </a:extLst>
              </a:tr>
              <a:tr h="134866">
                <a:tc>
                  <a:txBody>
                    <a:bodyPr/>
                    <a:lstStyle/>
                    <a:p>
                      <a:pPr algn="ctr" fontAlgn="ctr">
                        <a:buNone/>
                      </a:pPr>
                      <a:r>
                        <a:rPr lang="es-ES" sz="1050" b="0" i="0" u="none" strike="noStrike">
                          <a:solidFill>
                            <a:srgbClr val="000000"/>
                          </a:solidFill>
                          <a:effectLst/>
                          <a:latin typeface="Arial"/>
                        </a:rPr>
                        <a:t>Otros</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BE2D5"/>
                    </a:solidFill>
                  </a:tcPr>
                </a:tc>
                <a:tc>
                  <a:txBody>
                    <a:bodyPr/>
                    <a:lstStyle/>
                    <a:p>
                      <a:pPr algn="l" fontAlgn="b">
                        <a:buNone/>
                      </a:pPr>
                      <a:r>
                        <a:rPr lang="es-ES" sz="1050" b="0" i="0" u="none" strike="noStrike">
                          <a:solidFill>
                            <a:srgbClr val="000000"/>
                          </a:solidFill>
                          <a:effectLst/>
                          <a:latin typeface="Arial"/>
                        </a:rPr>
                        <a:t>  Revisión arquitectura del servicio con Vertical-IP</a:t>
                      </a:r>
                    </a:p>
                  </a:txBody>
                  <a:tcPr marL="0" marR="0" marT="0" marB="0" anchor="b">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ctr" fontAlgn="ctr">
                        <a:buNone/>
                      </a:pPr>
                      <a:r>
                        <a:rPr lang="es-ES" sz="1050" b="0" i="0" u="none" strike="noStrike">
                          <a:solidFill>
                            <a:srgbClr val="000000"/>
                          </a:solidFill>
                          <a:effectLst/>
                          <a:latin typeface="Arial"/>
                        </a:rPr>
                        <a:t>TMC </a:t>
                      </a:r>
                      <a:r>
                        <a:rPr lang="es-ES" sz="1050" b="0" i="0" u="none" strike="noStrike" err="1">
                          <a:solidFill>
                            <a:srgbClr val="000000"/>
                          </a:solidFill>
                          <a:effectLst/>
                          <a:latin typeface="Arial"/>
                        </a:rPr>
                        <a:t>Acceso_Fijo</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panose="020B0604020202020204" pitchFamily="34" charset="0"/>
                        </a:rPr>
                        <a:t>10-jun</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4260826835"/>
                  </a:ext>
                </a:extLst>
              </a:tr>
              <a:tr h="134866">
                <a:tc>
                  <a:txBody>
                    <a:bodyPr/>
                    <a:lstStyle/>
                    <a:p>
                      <a:pPr algn="ctr" fontAlgn="ctr">
                        <a:buNone/>
                      </a:pPr>
                      <a:r>
                        <a:rPr lang="es-ES" sz="1050" b="0" i="0" u="none" strike="noStrike">
                          <a:solidFill>
                            <a:srgbClr val="000000"/>
                          </a:solidFill>
                          <a:effectLst/>
                          <a:latin typeface="Arial"/>
                        </a:rPr>
                        <a:t>Detección</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BE2D5"/>
                    </a:solidFill>
                  </a:tcPr>
                </a:tc>
                <a:tc>
                  <a:txBody>
                    <a:bodyPr/>
                    <a:lstStyle/>
                    <a:p>
                      <a:pPr algn="l" fontAlgn="ctr">
                        <a:buNone/>
                      </a:pPr>
                      <a:r>
                        <a:rPr lang="es-ES" sz="1050" b="0" i="0" u="none" strike="noStrike">
                          <a:solidFill>
                            <a:srgbClr val="000000"/>
                          </a:solidFill>
                          <a:effectLst/>
                          <a:latin typeface="Arial"/>
                        </a:rPr>
                        <a:t>Monitorización llamadas números cortos MM</a:t>
                      </a:r>
                    </a:p>
                  </a:txBody>
                  <a:tcPr marL="64645"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a:rPr>
                        <a:t>TMC </a:t>
                      </a:r>
                      <a:r>
                        <a:rPr lang="es-ES" sz="1050" b="0" i="0" u="none" strike="noStrike" err="1">
                          <a:solidFill>
                            <a:srgbClr val="000000"/>
                          </a:solidFill>
                          <a:effectLst/>
                          <a:latin typeface="Arial"/>
                        </a:rPr>
                        <a:t>Core_CS</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tc>
                  <a:txBody>
                    <a:bodyPr/>
                    <a:lstStyle/>
                    <a:p>
                      <a:pPr algn="ctr" fontAlgn="ctr">
                        <a:buNone/>
                      </a:pPr>
                      <a:r>
                        <a:rPr lang="es-ES" sz="1050" b="0" i="0" u="none" strike="noStrike">
                          <a:solidFill>
                            <a:srgbClr val="000000"/>
                          </a:solidFill>
                          <a:effectLst/>
                          <a:latin typeface="Arial"/>
                        </a:rPr>
                        <a:t>W23</a:t>
                      </a:r>
                    </a:p>
                  </a:txBody>
                  <a:tcPr marL="0" marR="0" marT="0"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2365422544"/>
                  </a:ext>
                </a:extLst>
              </a:tr>
              <a:tr h="134866">
                <a:tc>
                  <a:txBody>
                    <a:bodyPr/>
                    <a:lstStyle/>
                    <a:p>
                      <a:pPr lvl="0" algn="ctr">
                        <a:buNone/>
                      </a:pPr>
                      <a:r>
                        <a:rPr lang="es-ES" sz="1050" b="0" i="0" u="none" strike="noStrike">
                          <a:solidFill>
                            <a:srgbClr val="000000"/>
                          </a:solidFill>
                          <a:effectLst/>
                          <a:latin typeface="Arial"/>
                        </a:rPr>
                        <a:t>Solución</a:t>
                      </a:r>
                      <a:endParaRPr lang="es-ES"/>
                    </a:p>
                  </a:txBody>
                  <a:tcPr marL="0" marR="0" marT="0" marB="0" anchor="ctr">
                    <a:lnL w="6350">
                      <a:solidFill>
                        <a:srgbClr val="ADADAD"/>
                      </a:solidFill>
                    </a:lnL>
                    <a:lnR w="6350">
                      <a:solidFill>
                        <a:srgbClr val="ADADAD"/>
                      </a:solidFill>
                    </a:lnR>
                    <a:lnT w="6350">
                      <a:solidFill>
                        <a:srgbClr val="ADADAD"/>
                      </a:solidFill>
                    </a:lnT>
                    <a:lnB w="6350" cap="flat" cmpd="sng" algn="ctr">
                      <a:solidFill>
                        <a:srgbClr val="ADADAD"/>
                      </a:solidFill>
                      <a:prstDash val="solid"/>
                      <a:round/>
                      <a:headEnd type="none" w="med" len="med"/>
                      <a:tailEnd type="none" w="med" len="med"/>
                    </a:lnB>
                    <a:solidFill>
                      <a:srgbClr val="FBE2D5"/>
                    </a:solidFill>
                  </a:tcPr>
                </a:tc>
                <a:tc>
                  <a:txBody>
                    <a:bodyPr/>
                    <a:lstStyle/>
                    <a:p>
                      <a:pPr lvl="0" algn="l">
                        <a:buNone/>
                      </a:pPr>
                      <a:r>
                        <a:rPr lang="es-ES" sz="1050" b="0" i="0" u="none" strike="noStrike">
                          <a:solidFill>
                            <a:srgbClr val="000000"/>
                          </a:solidFill>
                          <a:effectLst/>
                          <a:latin typeface="Arial"/>
                        </a:rPr>
                        <a:t>Informar Prefijos necesarios de AWS de Genesys a </a:t>
                      </a:r>
                      <a:r>
                        <a:rPr lang="es-ES" sz="1050" b="0" i="0" u="none" strike="noStrike" err="1">
                          <a:solidFill>
                            <a:srgbClr val="000000"/>
                          </a:solidFill>
                          <a:effectLst/>
                          <a:latin typeface="Arial"/>
                        </a:rPr>
                        <a:t>Ingenieria</a:t>
                      </a:r>
                    </a:p>
                  </a:txBody>
                  <a:tcPr marL="64644" marR="0" marT="0" marB="0" anchor="ctr">
                    <a:lnL w="6350">
                      <a:solidFill>
                        <a:srgbClr val="ADADAD"/>
                      </a:solidFill>
                    </a:lnL>
                    <a:lnR w="6350">
                      <a:solidFill>
                        <a:srgbClr val="ADADAD"/>
                      </a:solidFill>
                    </a:lnR>
                    <a:lnT w="6350">
                      <a:solidFill>
                        <a:srgbClr val="ADADAD"/>
                      </a:solidFill>
                    </a:lnT>
                    <a:lnB w="6350" cap="flat" cmpd="sng" algn="ctr">
                      <a:solidFill>
                        <a:srgbClr val="ADADAD"/>
                      </a:solidFill>
                      <a:prstDash val="solid"/>
                      <a:round/>
                      <a:headEnd type="none" w="med" len="med"/>
                      <a:tailEnd type="none" w="med" len="med"/>
                    </a:lnB>
                    <a:solidFill>
                      <a:srgbClr val="FFFFFF"/>
                    </a:solidFill>
                  </a:tcPr>
                </a:tc>
                <a:tc>
                  <a:txBody>
                    <a:bodyPr/>
                    <a:lstStyle/>
                    <a:p>
                      <a:pPr lvl="0" algn="ctr">
                        <a:buNone/>
                      </a:pPr>
                      <a:r>
                        <a:rPr lang="es-ES" sz="1050" b="0" i="0" u="none" strike="noStrike">
                          <a:solidFill>
                            <a:srgbClr val="000000"/>
                          </a:solidFill>
                          <a:effectLst/>
                          <a:latin typeface="Arial"/>
                        </a:rPr>
                        <a:t>TMC VOICE CSO</a:t>
                      </a:r>
                    </a:p>
                  </a:txBody>
                  <a:tcPr marL="0" marR="0" marT="0" marB="0" anchor="ctr">
                    <a:lnL w="6350">
                      <a:solidFill>
                        <a:srgbClr val="ADADAD"/>
                      </a:solidFill>
                    </a:lnL>
                    <a:lnR w="6350">
                      <a:solidFill>
                        <a:srgbClr val="ADADAD"/>
                      </a:solidFill>
                    </a:lnR>
                    <a:lnT w="6350">
                      <a:solidFill>
                        <a:srgbClr val="ADADAD"/>
                      </a:solidFill>
                    </a:lnT>
                    <a:lnB w="6350" cap="flat" cmpd="sng" algn="ctr">
                      <a:solidFill>
                        <a:srgbClr val="ADADAD"/>
                      </a:solidFill>
                      <a:prstDash val="solid"/>
                      <a:round/>
                      <a:headEnd type="none" w="med" len="med"/>
                      <a:tailEnd type="none" w="med" len="med"/>
                    </a:lnB>
                    <a:solidFill>
                      <a:srgbClr val="FFFFFF"/>
                    </a:solidFill>
                  </a:tcPr>
                </a:tc>
                <a:tc>
                  <a:txBody>
                    <a:bodyPr/>
                    <a:lstStyle/>
                    <a:p>
                      <a:pPr lvl="0" algn="ctr">
                        <a:buNone/>
                      </a:pPr>
                      <a:r>
                        <a:rPr lang="es-ES" sz="1050" b="0" i="0" u="none" strike="noStrike">
                          <a:solidFill>
                            <a:srgbClr val="000000"/>
                          </a:solidFill>
                          <a:effectLst/>
                          <a:latin typeface="Arial"/>
                        </a:rPr>
                        <a:t>Cerrado</a:t>
                      </a:r>
                    </a:p>
                  </a:txBody>
                  <a:tcPr marL="0" marR="0" marT="0" marB="0" anchor="ctr">
                    <a:lnL w="6350">
                      <a:solidFill>
                        <a:srgbClr val="ADADAD"/>
                      </a:solidFill>
                    </a:lnL>
                    <a:lnR w="6350">
                      <a:solidFill>
                        <a:srgbClr val="ADADAD"/>
                      </a:solidFill>
                    </a:lnR>
                    <a:lnT w="6350">
                      <a:solidFill>
                        <a:srgbClr val="ADADAD"/>
                      </a:solidFill>
                    </a:lnT>
                    <a:lnB w="6350" cap="flat" cmpd="sng" algn="ctr">
                      <a:solidFill>
                        <a:srgbClr val="ADADAD"/>
                      </a:solidFill>
                      <a:prstDash val="solid"/>
                      <a:round/>
                      <a:headEnd type="none" w="med" len="med"/>
                      <a:tailEnd type="none" w="med" len="med"/>
                    </a:lnB>
                    <a:solidFill>
                      <a:srgbClr val="FFFFFF"/>
                    </a:solidFill>
                  </a:tcPr>
                </a:tc>
                <a:extLst>
                  <a:ext uri="{0D108BD9-81ED-4DB2-BD59-A6C34878D82A}">
                    <a16:rowId xmlns:a16="http://schemas.microsoft.com/office/drawing/2014/main" val="550291985"/>
                  </a:ext>
                </a:extLst>
              </a:tr>
            </a:tbl>
          </a:graphicData>
        </a:graphic>
      </p:graphicFrame>
    </p:spTree>
    <p:extLst>
      <p:ext uri="{BB962C8B-B14F-4D97-AF65-F5344CB8AC3E}">
        <p14:creationId xmlns:p14="http://schemas.microsoft.com/office/powerpoint/2010/main" val="1708158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833FF-727E-1908-BDF3-7C40ED1D6D6F}"/>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5E5603D7-F1C8-3A8A-F6F9-3F8E6EBC0F4A}"/>
              </a:ext>
            </a:extLst>
          </p:cNvPr>
          <p:cNvSpPr>
            <a:spLocks noGrp="1"/>
          </p:cNvSpPr>
          <p:nvPr>
            <p:ph type="title"/>
          </p:nvPr>
        </p:nvSpPr>
        <p:spPr>
          <a:xfrm>
            <a:off x="281728" y="56774"/>
            <a:ext cx="8590103" cy="339200"/>
          </a:xfrm>
          <a:solidFill>
            <a:schemeClr val="accent2"/>
          </a:solidFill>
        </p:spPr>
        <p:txBody>
          <a:bodyPr anchor="ctr">
            <a:noAutofit/>
          </a:bodyPr>
          <a:lstStyle/>
          <a:p>
            <a:pPr marL="54000"/>
            <a:r>
              <a:rPr lang="es-ES" sz="1200" b="1">
                <a:solidFill>
                  <a:schemeClr val="bg1"/>
                </a:solidFill>
                <a:latin typeface="+mn-lt"/>
                <a:ea typeface="Calibri" panose="020F0502020204030204" pitchFamily="34" charset="0"/>
                <a:cs typeface="Calibri" panose="020F0502020204030204" pitchFamily="34" charset="0"/>
              </a:rPr>
              <a:t>RESUMEN EJECUTIVO INCIDENCIA- TT 2606S77393 - Problema de llamadas </a:t>
            </a:r>
            <a:r>
              <a:rPr lang="es-ES" sz="1200" b="1" err="1">
                <a:solidFill>
                  <a:schemeClr val="bg1"/>
                </a:solidFill>
                <a:latin typeface="+mn-lt"/>
                <a:ea typeface="Calibri" panose="020F0502020204030204" pitchFamily="34" charset="0"/>
                <a:cs typeface="Calibri" panose="020F0502020204030204" pitchFamily="34" charset="0"/>
              </a:rPr>
              <a:t>numeros</a:t>
            </a:r>
            <a:r>
              <a:rPr lang="es-ES" sz="1200" b="1">
                <a:solidFill>
                  <a:schemeClr val="bg1"/>
                </a:solidFill>
                <a:latin typeface="+mn-lt"/>
                <a:ea typeface="Calibri" panose="020F0502020204030204" pitchFamily="34" charset="0"/>
                <a:cs typeface="Calibri" panose="020F0502020204030204" pitchFamily="34" charset="0"/>
              </a:rPr>
              <a:t> </a:t>
            </a:r>
            <a:r>
              <a:rPr lang="es-ES" sz="1200" b="1" err="1">
                <a:solidFill>
                  <a:schemeClr val="bg1"/>
                </a:solidFill>
                <a:latin typeface="+mn-lt"/>
                <a:ea typeface="Calibri" panose="020F0502020204030204" pitchFamily="34" charset="0"/>
                <a:cs typeface="Calibri" panose="020F0502020204030204" pitchFamily="34" charset="0"/>
              </a:rPr>
              <a:t>IVRs</a:t>
            </a:r>
            <a:r>
              <a:rPr lang="es-ES" sz="1200" b="1">
                <a:solidFill>
                  <a:schemeClr val="bg1"/>
                </a:solidFill>
                <a:latin typeface="+mn-lt"/>
                <a:ea typeface="Calibri" panose="020F0502020204030204" pitchFamily="34" charset="0"/>
                <a:cs typeface="Calibri" panose="020F0502020204030204" pitchFamily="34" charset="0"/>
              </a:rPr>
              <a:t> de ATC </a:t>
            </a:r>
            <a:r>
              <a:rPr lang="es-ES" sz="1200" b="1" err="1">
                <a:solidFill>
                  <a:schemeClr val="bg1"/>
                </a:solidFill>
                <a:latin typeface="+mn-lt"/>
                <a:ea typeface="Calibri" panose="020F0502020204030204" pitchFamily="34" charset="0"/>
                <a:cs typeface="Calibri" panose="020F0502020204030204" pitchFamily="34" charset="0"/>
              </a:rPr>
              <a:t>exMM</a:t>
            </a:r>
            <a:endParaRPr lang="es-ES" sz="1200" b="1">
              <a:solidFill>
                <a:schemeClr val="bg1"/>
              </a:solidFill>
              <a:latin typeface="+mn-lt"/>
              <a:cs typeface="Calibri" panose="020F0502020204030204" pitchFamily="34" charset="0"/>
            </a:endParaRPr>
          </a:p>
        </p:txBody>
      </p:sp>
      <p:graphicFrame>
        <p:nvGraphicFramePr>
          <p:cNvPr id="2" name="Tabla 1">
            <a:extLst>
              <a:ext uri="{FF2B5EF4-FFF2-40B4-BE49-F238E27FC236}">
                <a16:creationId xmlns:a16="http://schemas.microsoft.com/office/drawing/2014/main" id="{16752FAB-FF8E-F49C-3208-A79D87BFE9A1}"/>
              </a:ext>
            </a:extLst>
          </p:cNvPr>
          <p:cNvGraphicFramePr>
            <a:graphicFrameLocks noGrp="1"/>
          </p:cNvGraphicFramePr>
          <p:nvPr>
            <p:extLst>
              <p:ext uri="{D42A27DB-BD31-4B8C-83A1-F6EECF244321}">
                <p14:modId xmlns:p14="http://schemas.microsoft.com/office/powerpoint/2010/main" val="4060784084"/>
              </p:ext>
            </p:extLst>
          </p:nvPr>
        </p:nvGraphicFramePr>
        <p:xfrm>
          <a:off x="281728" y="644885"/>
          <a:ext cx="8590104" cy="3218658"/>
        </p:xfrm>
        <a:graphic>
          <a:graphicData uri="http://schemas.openxmlformats.org/drawingml/2006/table">
            <a:tbl>
              <a:tblPr>
                <a:tableStyleId>{5DA37D80-6434-44D0-A028-1B22A696006F}</a:tableStyleId>
              </a:tblPr>
              <a:tblGrid>
                <a:gridCol w="426416">
                  <a:extLst>
                    <a:ext uri="{9D8B030D-6E8A-4147-A177-3AD203B41FA5}">
                      <a16:colId xmlns:a16="http://schemas.microsoft.com/office/drawing/2014/main" val="3899649881"/>
                    </a:ext>
                  </a:extLst>
                </a:gridCol>
                <a:gridCol w="8163688">
                  <a:extLst>
                    <a:ext uri="{9D8B030D-6E8A-4147-A177-3AD203B41FA5}">
                      <a16:colId xmlns:a16="http://schemas.microsoft.com/office/drawing/2014/main" val="147257657"/>
                    </a:ext>
                  </a:extLst>
                </a:gridCol>
              </a:tblGrid>
              <a:tr h="107008">
                <a:tc>
                  <a:txBody>
                    <a:bodyPr/>
                    <a:lstStyle/>
                    <a:p>
                      <a:pPr>
                        <a:buNone/>
                      </a:pPr>
                      <a:r>
                        <a:rPr lang="es-ES" sz="1050">
                          <a:effectLst/>
                        </a:rPr>
                        <a:t>Hora</a:t>
                      </a:r>
                    </a:p>
                  </a:txBody>
                  <a:tcPr marL="16602" marR="16602" marT="8301" marB="8301" anchor="ctr">
                    <a:solidFill>
                      <a:schemeClr val="bg1">
                        <a:lumMod val="85000"/>
                      </a:schemeClr>
                    </a:solidFill>
                  </a:tcPr>
                </a:tc>
                <a:tc>
                  <a:txBody>
                    <a:bodyPr/>
                    <a:lstStyle/>
                    <a:p>
                      <a:pPr>
                        <a:buNone/>
                      </a:pPr>
                      <a:r>
                        <a:rPr lang="es-ES" sz="1050">
                          <a:effectLst/>
                        </a:rPr>
                        <a:t>Evento</a:t>
                      </a:r>
                    </a:p>
                  </a:txBody>
                  <a:tcPr marL="16602" marR="16602" marT="8301" marB="8301" anchor="ctr">
                    <a:solidFill>
                      <a:schemeClr val="bg1">
                        <a:lumMod val="85000"/>
                      </a:schemeClr>
                    </a:solidFill>
                  </a:tcPr>
                </a:tc>
                <a:extLst>
                  <a:ext uri="{0D108BD9-81ED-4DB2-BD59-A6C34878D82A}">
                    <a16:rowId xmlns:a16="http://schemas.microsoft.com/office/drawing/2014/main" val="1724897583"/>
                  </a:ext>
                </a:extLst>
              </a:tr>
              <a:tr h="120236">
                <a:tc>
                  <a:txBody>
                    <a:bodyPr/>
                    <a:lstStyle/>
                    <a:p>
                      <a:pPr>
                        <a:buNone/>
                      </a:pPr>
                      <a:r>
                        <a:rPr lang="es-ES" sz="900">
                          <a:effectLst/>
                        </a:rPr>
                        <a:t>15:16</a:t>
                      </a:r>
                    </a:p>
                  </a:txBody>
                  <a:tcPr marL="16602" marR="16602" marT="8301" marB="8301" anchor="ctr">
                    <a:solidFill>
                      <a:schemeClr val="accent2">
                        <a:lumMod val="20000"/>
                        <a:lumOff val="80000"/>
                      </a:schemeClr>
                    </a:solidFill>
                  </a:tcPr>
                </a:tc>
                <a:tc>
                  <a:txBody>
                    <a:bodyPr/>
                    <a:lstStyle/>
                    <a:p>
                      <a:pPr>
                        <a:buNone/>
                      </a:pPr>
                      <a:r>
                        <a:rPr lang="es-ES" sz="1000">
                          <a:effectLst/>
                        </a:rPr>
                        <a:t>Se recibe ticket OPIT-906329 informando de cortes en llamadas entrantes de Genesys desde las 14:50.</a:t>
                      </a:r>
                    </a:p>
                  </a:txBody>
                  <a:tcPr marL="16602" marR="16602" marT="8301" marB="8301" anchor="ctr"/>
                </a:tc>
                <a:extLst>
                  <a:ext uri="{0D108BD9-81ED-4DB2-BD59-A6C34878D82A}">
                    <a16:rowId xmlns:a16="http://schemas.microsoft.com/office/drawing/2014/main" val="651120371"/>
                  </a:ext>
                </a:extLst>
              </a:tr>
              <a:tr h="120236">
                <a:tc>
                  <a:txBody>
                    <a:bodyPr/>
                    <a:lstStyle/>
                    <a:p>
                      <a:pPr>
                        <a:buNone/>
                      </a:pPr>
                      <a:r>
                        <a:rPr lang="es-ES" sz="900">
                          <a:effectLst/>
                        </a:rPr>
                        <a:t>15:49</a:t>
                      </a:r>
                    </a:p>
                  </a:txBody>
                  <a:tcPr marL="16602" marR="16602" marT="8301" marB="8301" anchor="ctr">
                    <a:solidFill>
                      <a:schemeClr val="accent2">
                        <a:lumMod val="20000"/>
                        <a:lumOff val="80000"/>
                      </a:schemeClr>
                    </a:solidFill>
                  </a:tcPr>
                </a:tc>
                <a:tc>
                  <a:txBody>
                    <a:bodyPr/>
                    <a:lstStyle/>
                    <a:p>
                      <a:pPr>
                        <a:buNone/>
                      </a:pPr>
                      <a:r>
                        <a:rPr lang="es-ES" sz="1000">
                          <a:effectLst/>
                        </a:rPr>
                        <a:t>IM </a:t>
                      </a:r>
                      <a:r>
                        <a:rPr lang="es-ES" sz="1000" err="1">
                          <a:effectLst/>
                        </a:rPr>
                        <a:t>Kyndryl</a:t>
                      </a:r>
                      <a:r>
                        <a:rPr lang="es-ES" sz="1000">
                          <a:effectLst/>
                        </a:rPr>
                        <a:t> escala a CSO.</a:t>
                      </a:r>
                    </a:p>
                  </a:txBody>
                  <a:tcPr marL="16602" marR="16602" marT="8301" marB="8301" anchor="ctr"/>
                </a:tc>
                <a:extLst>
                  <a:ext uri="{0D108BD9-81ED-4DB2-BD59-A6C34878D82A}">
                    <a16:rowId xmlns:a16="http://schemas.microsoft.com/office/drawing/2014/main" val="522271028"/>
                  </a:ext>
                </a:extLst>
              </a:tr>
              <a:tr h="120236">
                <a:tc>
                  <a:txBody>
                    <a:bodyPr/>
                    <a:lstStyle/>
                    <a:p>
                      <a:pPr>
                        <a:buNone/>
                      </a:pPr>
                      <a:r>
                        <a:rPr lang="es-ES" sz="900">
                          <a:effectLst/>
                        </a:rPr>
                        <a:t>15:58</a:t>
                      </a:r>
                    </a:p>
                  </a:txBody>
                  <a:tcPr marL="16602" marR="16602" marT="8301" marB="8301" anchor="ctr">
                    <a:solidFill>
                      <a:schemeClr val="accent2">
                        <a:lumMod val="20000"/>
                        <a:lumOff val="80000"/>
                      </a:schemeClr>
                    </a:solidFill>
                  </a:tcPr>
                </a:tc>
                <a:tc>
                  <a:txBody>
                    <a:bodyPr/>
                    <a:lstStyle/>
                    <a:p>
                      <a:pPr>
                        <a:buNone/>
                      </a:pPr>
                      <a:r>
                        <a:rPr lang="es-ES" sz="1000">
                          <a:effectLst/>
                        </a:rPr>
                        <a:t>CSO solicita apertura de SL1.</a:t>
                      </a:r>
                    </a:p>
                  </a:txBody>
                  <a:tcPr marL="16602" marR="16602" marT="8301" marB="8301" anchor="ctr"/>
                </a:tc>
                <a:extLst>
                  <a:ext uri="{0D108BD9-81ED-4DB2-BD59-A6C34878D82A}">
                    <a16:rowId xmlns:a16="http://schemas.microsoft.com/office/drawing/2014/main" val="451682737"/>
                  </a:ext>
                </a:extLst>
              </a:tr>
              <a:tr h="120236">
                <a:tc>
                  <a:txBody>
                    <a:bodyPr/>
                    <a:lstStyle/>
                    <a:p>
                      <a:pPr>
                        <a:buNone/>
                      </a:pPr>
                      <a:r>
                        <a:rPr lang="es-ES" sz="900">
                          <a:effectLst/>
                        </a:rPr>
                        <a:t>16:00</a:t>
                      </a:r>
                    </a:p>
                  </a:txBody>
                  <a:tcPr marL="16602" marR="16602" marT="8301" marB="8301" anchor="ctr">
                    <a:solidFill>
                      <a:schemeClr val="accent2">
                        <a:lumMod val="20000"/>
                        <a:lumOff val="80000"/>
                      </a:schemeClr>
                    </a:solidFill>
                  </a:tcPr>
                </a:tc>
                <a:tc>
                  <a:txBody>
                    <a:bodyPr/>
                    <a:lstStyle/>
                    <a:p>
                      <a:pPr>
                        <a:buNone/>
                      </a:pPr>
                      <a:r>
                        <a:rPr lang="es-ES" sz="1000">
                          <a:effectLst/>
                        </a:rPr>
                        <a:t>Se abre incidencia masiva SL1 y bridge con equipos técnicos.</a:t>
                      </a:r>
                    </a:p>
                  </a:txBody>
                  <a:tcPr marL="16602" marR="16602" marT="8301" marB="8301" anchor="ctr"/>
                </a:tc>
                <a:extLst>
                  <a:ext uri="{0D108BD9-81ED-4DB2-BD59-A6C34878D82A}">
                    <a16:rowId xmlns:a16="http://schemas.microsoft.com/office/drawing/2014/main" val="1110249091"/>
                  </a:ext>
                </a:extLst>
              </a:tr>
              <a:tr h="120236">
                <a:tc>
                  <a:txBody>
                    <a:bodyPr/>
                    <a:lstStyle/>
                    <a:p>
                      <a:pPr>
                        <a:buNone/>
                      </a:pPr>
                      <a:r>
                        <a:rPr lang="es-ES" sz="900">
                          <a:effectLst/>
                        </a:rPr>
                        <a:t>16:10</a:t>
                      </a:r>
                    </a:p>
                  </a:txBody>
                  <a:tcPr marL="16602" marR="16602" marT="8301" marB="8301" anchor="ctr">
                    <a:solidFill>
                      <a:schemeClr val="accent2">
                        <a:lumMod val="20000"/>
                        <a:lumOff val="80000"/>
                      </a:schemeClr>
                    </a:solidFill>
                  </a:tcPr>
                </a:tc>
                <a:tc>
                  <a:txBody>
                    <a:bodyPr/>
                    <a:lstStyle/>
                    <a:p>
                      <a:pPr>
                        <a:buNone/>
                      </a:pPr>
                      <a:r>
                        <a:rPr lang="es-ES" sz="1000">
                          <a:effectLst/>
                        </a:rPr>
                        <a:t>Contacto con CS: cortes de llamadas. Se identifica posible problema en SBC AV (SBCAV03 - 95.169.254.204).</a:t>
                      </a:r>
                    </a:p>
                  </a:txBody>
                  <a:tcPr marL="16602" marR="16602" marT="8301" marB="8301" anchor="ctr"/>
                </a:tc>
                <a:extLst>
                  <a:ext uri="{0D108BD9-81ED-4DB2-BD59-A6C34878D82A}">
                    <a16:rowId xmlns:a16="http://schemas.microsoft.com/office/drawing/2014/main" val="2392389522"/>
                  </a:ext>
                </a:extLst>
              </a:tr>
              <a:tr h="120236">
                <a:tc>
                  <a:txBody>
                    <a:bodyPr/>
                    <a:lstStyle/>
                    <a:p>
                      <a:pPr>
                        <a:buNone/>
                      </a:pPr>
                      <a:r>
                        <a:rPr lang="es-ES" sz="900">
                          <a:effectLst/>
                        </a:rPr>
                        <a:t>16:11</a:t>
                      </a:r>
                    </a:p>
                  </a:txBody>
                  <a:tcPr marL="16602" marR="16602" marT="8301" marB="8301" anchor="ctr">
                    <a:solidFill>
                      <a:schemeClr val="accent2">
                        <a:lumMod val="20000"/>
                        <a:lumOff val="80000"/>
                      </a:schemeClr>
                    </a:solidFill>
                  </a:tcPr>
                </a:tc>
                <a:tc>
                  <a:txBody>
                    <a:bodyPr/>
                    <a:lstStyle/>
                    <a:p>
                      <a:pPr>
                        <a:buNone/>
                      </a:pPr>
                      <a:r>
                        <a:rPr lang="es-ES" sz="1000">
                          <a:effectLst/>
                        </a:rPr>
                        <a:t>Envío SMS INITIAL comunicando incidencia en Genesys (corte de llamadas entrantes).</a:t>
                      </a:r>
                    </a:p>
                  </a:txBody>
                  <a:tcPr marL="16602" marR="16602" marT="8301" marB="8301" anchor="ctr"/>
                </a:tc>
                <a:extLst>
                  <a:ext uri="{0D108BD9-81ED-4DB2-BD59-A6C34878D82A}">
                    <a16:rowId xmlns:a16="http://schemas.microsoft.com/office/drawing/2014/main" val="740760808"/>
                  </a:ext>
                </a:extLst>
              </a:tr>
              <a:tr h="120236">
                <a:tc>
                  <a:txBody>
                    <a:bodyPr/>
                    <a:lstStyle/>
                    <a:p>
                      <a:pPr>
                        <a:buNone/>
                      </a:pPr>
                      <a:r>
                        <a:rPr lang="es-ES" sz="900">
                          <a:effectLst/>
                        </a:rPr>
                        <a:t>16:14</a:t>
                      </a:r>
                    </a:p>
                  </a:txBody>
                  <a:tcPr marL="16602" marR="16602" marT="8301" marB="8301" anchor="ctr">
                    <a:solidFill>
                      <a:schemeClr val="accent2">
                        <a:lumMod val="20000"/>
                        <a:lumOff val="80000"/>
                      </a:schemeClr>
                    </a:solidFill>
                  </a:tcPr>
                </a:tc>
                <a:tc>
                  <a:txBody>
                    <a:bodyPr/>
                    <a:lstStyle/>
                    <a:p>
                      <a:pPr>
                        <a:buNone/>
                      </a:pPr>
                      <a:r>
                        <a:rPr lang="es-ES" sz="1000">
                          <a:effectLst/>
                        </a:rPr>
                        <a:t>ASR indica inicio del problema a las 15:00; aparentemente recuperado momentáneamente. Se revisan trazas.</a:t>
                      </a:r>
                    </a:p>
                  </a:txBody>
                  <a:tcPr marL="16602" marR="16602" marT="8301" marB="8301" anchor="ctr"/>
                </a:tc>
                <a:extLst>
                  <a:ext uri="{0D108BD9-81ED-4DB2-BD59-A6C34878D82A}">
                    <a16:rowId xmlns:a16="http://schemas.microsoft.com/office/drawing/2014/main" val="326195631"/>
                  </a:ext>
                </a:extLst>
              </a:tr>
              <a:tr h="120236">
                <a:tc>
                  <a:txBody>
                    <a:bodyPr/>
                    <a:lstStyle/>
                    <a:p>
                      <a:pPr>
                        <a:buNone/>
                      </a:pPr>
                      <a:r>
                        <a:rPr lang="es-ES" sz="900">
                          <a:effectLst/>
                        </a:rPr>
                        <a:t>16:18</a:t>
                      </a:r>
                    </a:p>
                  </a:txBody>
                  <a:tcPr marL="16602" marR="16602" marT="8301" marB="8301" anchor="ctr">
                    <a:solidFill>
                      <a:schemeClr val="accent2">
                        <a:lumMod val="20000"/>
                        <a:lumOff val="80000"/>
                      </a:schemeClr>
                    </a:solidFill>
                  </a:tcPr>
                </a:tc>
                <a:tc>
                  <a:txBody>
                    <a:bodyPr/>
                    <a:lstStyle/>
                    <a:p>
                      <a:pPr>
                        <a:buNone/>
                      </a:pPr>
                      <a:r>
                        <a:rPr lang="es-ES" sz="1000">
                          <a:effectLst/>
                        </a:rPr>
                        <a:t>Se observan caídas de enlaces NNI en gráficas.</a:t>
                      </a:r>
                    </a:p>
                  </a:txBody>
                  <a:tcPr marL="16602" marR="16602" marT="8301" marB="8301" anchor="ctr"/>
                </a:tc>
                <a:extLst>
                  <a:ext uri="{0D108BD9-81ED-4DB2-BD59-A6C34878D82A}">
                    <a16:rowId xmlns:a16="http://schemas.microsoft.com/office/drawing/2014/main" val="3494357743"/>
                  </a:ext>
                </a:extLst>
              </a:tr>
              <a:tr h="120236">
                <a:tc>
                  <a:txBody>
                    <a:bodyPr/>
                    <a:lstStyle/>
                    <a:p>
                      <a:pPr>
                        <a:buNone/>
                      </a:pPr>
                      <a:r>
                        <a:rPr lang="es-ES" sz="900">
                          <a:effectLst/>
                        </a:rPr>
                        <a:t>16:20</a:t>
                      </a:r>
                    </a:p>
                  </a:txBody>
                  <a:tcPr marL="16602" marR="16602" marT="8301" marB="8301" anchor="ctr">
                    <a:solidFill>
                      <a:schemeClr val="accent2">
                        <a:lumMod val="20000"/>
                        <a:lumOff val="80000"/>
                      </a:schemeClr>
                    </a:solidFill>
                  </a:tcPr>
                </a:tc>
                <a:tc>
                  <a:txBody>
                    <a:bodyPr/>
                    <a:lstStyle/>
                    <a:p>
                      <a:pPr>
                        <a:buNone/>
                      </a:pPr>
                      <a:r>
                        <a:rPr lang="es-ES" sz="1000">
                          <a:effectLst/>
                        </a:rPr>
                        <a:t>Se detectan eventos similares los días 06/06 y 07/06. Prueba: llamada muda tras 10s.</a:t>
                      </a:r>
                    </a:p>
                  </a:txBody>
                  <a:tcPr marL="16602" marR="16602" marT="8301" marB="8301" anchor="ctr"/>
                </a:tc>
                <a:extLst>
                  <a:ext uri="{0D108BD9-81ED-4DB2-BD59-A6C34878D82A}">
                    <a16:rowId xmlns:a16="http://schemas.microsoft.com/office/drawing/2014/main" val="4005027006"/>
                  </a:ext>
                </a:extLst>
              </a:tr>
              <a:tr h="120236">
                <a:tc>
                  <a:txBody>
                    <a:bodyPr/>
                    <a:lstStyle/>
                    <a:p>
                      <a:pPr>
                        <a:buNone/>
                      </a:pPr>
                      <a:r>
                        <a:rPr lang="es-ES" sz="900">
                          <a:effectLst/>
                        </a:rPr>
                        <a:t>16:26</a:t>
                      </a:r>
                    </a:p>
                  </a:txBody>
                  <a:tcPr marL="16602" marR="16602" marT="8301" marB="8301" anchor="ctr">
                    <a:solidFill>
                      <a:schemeClr val="accent2">
                        <a:lumMod val="20000"/>
                        <a:lumOff val="80000"/>
                      </a:schemeClr>
                    </a:solidFill>
                  </a:tcPr>
                </a:tc>
                <a:tc>
                  <a:txBody>
                    <a:bodyPr/>
                    <a:lstStyle/>
                    <a:p>
                      <a:pPr>
                        <a:buNone/>
                      </a:pPr>
                      <a:r>
                        <a:rPr lang="es-ES" sz="1000">
                          <a:effectLst/>
                        </a:rPr>
                        <a:t>Genesys indica sin problema en su plataforma. Se solicitan trazas.</a:t>
                      </a:r>
                    </a:p>
                  </a:txBody>
                  <a:tcPr marL="16602" marR="16602" marT="8301" marB="8301" anchor="ctr"/>
                </a:tc>
                <a:extLst>
                  <a:ext uri="{0D108BD9-81ED-4DB2-BD59-A6C34878D82A}">
                    <a16:rowId xmlns:a16="http://schemas.microsoft.com/office/drawing/2014/main" val="1261311344"/>
                  </a:ext>
                </a:extLst>
              </a:tr>
              <a:tr h="120236">
                <a:tc>
                  <a:txBody>
                    <a:bodyPr/>
                    <a:lstStyle/>
                    <a:p>
                      <a:pPr>
                        <a:buNone/>
                      </a:pPr>
                      <a:r>
                        <a:rPr lang="es-ES" sz="900">
                          <a:effectLst/>
                        </a:rPr>
                        <a:t>16:30</a:t>
                      </a:r>
                    </a:p>
                  </a:txBody>
                  <a:tcPr marL="16602" marR="16602" marT="8301" marB="8301" anchor="ctr">
                    <a:solidFill>
                      <a:schemeClr val="accent2">
                        <a:lumMod val="20000"/>
                        <a:lumOff val="80000"/>
                      </a:schemeClr>
                    </a:solidFill>
                  </a:tcPr>
                </a:tc>
                <a:tc>
                  <a:txBody>
                    <a:bodyPr/>
                    <a:lstStyle/>
                    <a:p>
                      <a:pPr>
                        <a:buNone/>
                      </a:pPr>
                      <a:r>
                        <a:rPr lang="es-ES" sz="1000">
                          <a:effectLst/>
                        </a:rPr>
                        <a:t>Se descarta inicialmente fallo en SBC. Se plantea </a:t>
                      </a:r>
                      <a:r>
                        <a:rPr lang="es-ES" sz="1000" err="1">
                          <a:effectLst/>
                        </a:rPr>
                        <a:t>reenrutado</a:t>
                      </a:r>
                      <a:r>
                        <a:rPr lang="es-ES" sz="1000">
                          <a:effectLst/>
                        </a:rPr>
                        <a:t> por redundancia.</a:t>
                      </a:r>
                    </a:p>
                  </a:txBody>
                  <a:tcPr marL="16602" marR="16602" marT="8301" marB="8301" anchor="ctr"/>
                </a:tc>
                <a:extLst>
                  <a:ext uri="{0D108BD9-81ED-4DB2-BD59-A6C34878D82A}">
                    <a16:rowId xmlns:a16="http://schemas.microsoft.com/office/drawing/2014/main" val="484111162"/>
                  </a:ext>
                </a:extLst>
              </a:tr>
              <a:tr h="120236">
                <a:tc>
                  <a:txBody>
                    <a:bodyPr/>
                    <a:lstStyle/>
                    <a:p>
                      <a:pPr>
                        <a:buNone/>
                      </a:pPr>
                      <a:r>
                        <a:rPr lang="es-ES" sz="900">
                          <a:effectLst/>
                        </a:rPr>
                        <a:t>16:34</a:t>
                      </a:r>
                    </a:p>
                  </a:txBody>
                  <a:tcPr marL="16602" marR="16602" marT="8301" marB="8301" anchor="ctr">
                    <a:solidFill>
                      <a:schemeClr val="accent2">
                        <a:lumMod val="20000"/>
                        <a:lumOff val="80000"/>
                      </a:schemeClr>
                    </a:solidFill>
                  </a:tcPr>
                </a:tc>
                <a:tc>
                  <a:txBody>
                    <a:bodyPr/>
                    <a:lstStyle/>
                    <a:p>
                      <a:pPr>
                        <a:buNone/>
                      </a:pPr>
                      <a:r>
                        <a:rPr lang="es-ES" sz="1000">
                          <a:effectLst/>
                        </a:rPr>
                        <a:t>Errores 503 apuntan a posible incidencia en Genesys.</a:t>
                      </a:r>
                    </a:p>
                  </a:txBody>
                  <a:tcPr marL="16602" marR="16602" marT="8301" marB="8301" anchor="ctr"/>
                </a:tc>
                <a:extLst>
                  <a:ext uri="{0D108BD9-81ED-4DB2-BD59-A6C34878D82A}">
                    <a16:rowId xmlns:a16="http://schemas.microsoft.com/office/drawing/2014/main" val="1511860892"/>
                  </a:ext>
                </a:extLst>
              </a:tr>
              <a:tr h="120236">
                <a:tc>
                  <a:txBody>
                    <a:bodyPr/>
                    <a:lstStyle/>
                    <a:p>
                      <a:pPr>
                        <a:buNone/>
                      </a:pPr>
                      <a:r>
                        <a:rPr lang="es-ES" sz="900">
                          <a:effectLst/>
                        </a:rPr>
                        <a:t>16:43</a:t>
                      </a:r>
                    </a:p>
                  </a:txBody>
                  <a:tcPr marL="16602" marR="16602" marT="8301" marB="8301" anchor="ctr">
                    <a:solidFill>
                      <a:schemeClr val="accent2">
                        <a:lumMod val="20000"/>
                        <a:lumOff val="80000"/>
                      </a:schemeClr>
                    </a:solidFill>
                  </a:tcPr>
                </a:tc>
                <a:tc>
                  <a:txBody>
                    <a:bodyPr/>
                    <a:lstStyle/>
                    <a:p>
                      <a:pPr>
                        <a:buNone/>
                      </a:pPr>
                      <a:r>
                        <a:rPr lang="es-ES" sz="1000">
                          <a:effectLst/>
                        </a:rPr>
                        <a:t>Conmutación realizada. Pruebas: llamadas no cursan; el SBC parece enrutar pero no entrega llamada.</a:t>
                      </a:r>
                    </a:p>
                  </a:txBody>
                  <a:tcPr marL="16602" marR="16602" marT="8301" marB="8301" anchor="ctr"/>
                </a:tc>
                <a:extLst>
                  <a:ext uri="{0D108BD9-81ED-4DB2-BD59-A6C34878D82A}">
                    <a16:rowId xmlns:a16="http://schemas.microsoft.com/office/drawing/2014/main" val="417648769"/>
                  </a:ext>
                </a:extLst>
              </a:tr>
              <a:tr h="120236">
                <a:tc>
                  <a:txBody>
                    <a:bodyPr/>
                    <a:lstStyle/>
                    <a:p>
                      <a:pPr>
                        <a:buNone/>
                      </a:pPr>
                      <a:r>
                        <a:rPr lang="es-ES" sz="900">
                          <a:effectLst/>
                        </a:rPr>
                        <a:t>16:48</a:t>
                      </a:r>
                    </a:p>
                  </a:txBody>
                  <a:tcPr marL="16602" marR="16602" marT="8301" marB="8301" anchor="ctr">
                    <a:solidFill>
                      <a:schemeClr val="accent2">
                        <a:lumMod val="20000"/>
                        <a:lumOff val="80000"/>
                      </a:schemeClr>
                    </a:solidFill>
                  </a:tcPr>
                </a:tc>
                <a:tc>
                  <a:txBody>
                    <a:bodyPr/>
                    <a:lstStyle/>
                    <a:p>
                      <a:pPr>
                        <a:buNone/>
                      </a:pPr>
                      <a:r>
                        <a:rPr lang="es-ES" sz="1000">
                          <a:effectLst/>
                        </a:rPr>
                        <a:t>Se decide volver a SBC inicial tras reinicio. Alternativa: SBC Barcelona.</a:t>
                      </a:r>
                    </a:p>
                  </a:txBody>
                  <a:tcPr marL="16602" marR="16602" marT="8301" marB="8301" anchor="ctr"/>
                </a:tc>
                <a:extLst>
                  <a:ext uri="{0D108BD9-81ED-4DB2-BD59-A6C34878D82A}">
                    <a16:rowId xmlns:a16="http://schemas.microsoft.com/office/drawing/2014/main" val="1825639076"/>
                  </a:ext>
                </a:extLst>
              </a:tr>
              <a:tr h="120236">
                <a:tc>
                  <a:txBody>
                    <a:bodyPr/>
                    <a:lstStyle/>
                    <a:p>
                      <a:pPr>
                        <a:buNone/>
                      </a:pPr>
                      <a:r>
                        <a:rPr lang="es-ES" sz="900">
                          <a:effectLst/>
                        </a:rPr>
                        <a:t>16:51</a:t>
                      </a:r>
                    </a:p>
                  </a:txBody>
                  <a:tcPr marL="16602" marR="16602" marT="8301" marB="8301" anchor="ctr">
                    <a:solidFill>
                      <a:schemeClr val="accent2">
                        <a:lumMod val="20000"/>
                        <a:lumOff val="80000"/>
                      </a:schemeClr>
                    </a:solidFill>
                  </a:tcPr>
                </a:tc>
                <a:tc>
                  <a:txBody>
                    <a:bodyPr/>
                    <a:lstStyle/>
                    <a:p>
                      <a:pPr>
                        <a:buNone/>
                      </a:pPr>
                      <a:r>
                        <a:rPr lang="es-ES" sz="1000">
                          <a:effectLst/>
                        </a:rPr>
                        <a:t>Se abre emergencia con Italtel.</a:t>
                      </a:r>
                    </a:p>
                  </a:txBody>
                  <a:tcPr marL="16602" marR="16602" marT="8301" marB="8301" anchor="ctr"/>
                </a:tc>
                <a:extLst>
                  <a:ext uri="{0D108BD9-81ED-4DB2-BD59-A6C34878D82A}">
                    <a16:rowId xmlns:a16="http://schemas.microsoft.com/office/drawing/2014/main" val="2300696713"/>
                  </a:ext>
                </a:extLst>
              </a:tr>
              <a:tr h="120236">
                <a:tc>
                  <a:txBody>
                    <a:bodyPr/>
                    <a:lstStyle/>
                    <a:p>
                      <a:pPr>
                        <a:buNone/>
                      </a:pPr>
                      <a:r>
                        <a:rPr lang="es-ES" sz="900">
                          <a:effectLst/>
                        </a:rPr>
                        <a:t>16:57</a:t>
                      </a:r>
                    </a:p>
                  </a:txBody>
                  <a:tcPr marL="16602" marR="16602" marT="8301" marB="8301" anchor="ctr">
                    <a:solidFill>
                      <a:schemeClr val="accent2">
                        <a:lumMod val="20000"/>
                        <a:lumOff val="80000"/>
                      </a:schemeClr>
                    </a:solidFill>
                  </a:tcPr>
                </a:tc>
                <a:tc>
                  <a:txBody>
                    <a:bodyPr/>
                    <a:lstStyle/>
                    <a:p>
                      <a:pPr>
                        <a:buNone/>
                      </a:pPr>
                      <a:r>
                        <a:rPr lang="es-ES" sz="1000">
                          <a:effectLst/>
                        </a:rPr>
                        <a:t>Finaliza reinicio nodo 1 del SBC.</a:t>
                      </a:r>
                    </a:p>
                  </a:txBody>
                  <a:tcPr marL="16602" marR="16602" marT="8301" marB="8301" anchor="ctr"/>
                </a:tc>
                <a:extLst>
                  <a:ext uri="{0D108BD9-81ED-4DB2-BD59-A6C34878D82A}">
                    <a16:rowId xmlns:a16="http://schemas.microsoft.com/office/drawing/2014/main" val="1847682203"/>
                  </a:ext>
                </a:extLst>
              </a:tr>
              <a:tr h="120236">
                <a:tc>
                  <a:txBody>
                    <a:bodyPr/>
                    <a:lstStyle/>
                    <a:p>
                      <a:pPr>
                        <a:buNone/>
                      </a:pPr>
                      <a:r>
                        <a:rPr lang="es-ES" sz="900">
                          <a:effectLst/>
                        </a:rPr>
                        <a:t>16:58</a:t>
                      </a:r>
                    </a:p>
                  </a:txBody>
                  <a:tcPr marL="16602" marR="16602" marT="8301" marB="8301" anchor="ctr">
                    <a:solidFill>
                      <a:schemeClr val="accent2">
                        <a:lumMod val="20000"/>
                        <a:lumOff val="80000"/>
                      </a:schemeClr>
                    </a:solidFill>
                  </a:tcPr>
                </a:tc>
                <a:tc>
                  <a:txBody>
                    <a:bodyPr/>
                    <a:lstStyle/>
                    <a:p>
                      <a:pPr>
                        <a:buNone/>
                      </a:pPr>
                      <a:r>
                        <a:rPr lang="es-ES" sz="1000" err="1">
                          <a:effectLst/>
                        </a:rPr>
                        <a:t>Italtel</a:t>
                      </a:r>
                      <a:r>
                        <a:rPr lang="es-ES" sz="1000">
                          <a:effectLst/>
                        </a:rPr>
                        <a:t> se incorpora al bridge.</a:t>
                      </a:r>
                    </a:p>
                  </a:txBody>
                  <a:tcPr marL="16602" marR="16602" marT="8301" marB="8301" anchor="ctr"/>
                </a:tc>
                <a:extLst>
                  <a:ext uri="{0D108BD9-81ED-4DB2-BD59-A6C34878D82A}">
                    <a16:rowId xmlns:a16="http://schemas.microsoft.com/office/drawing/2014/main" val="3011537472"/>
                  </a:ext>
                </a:extLst>
              </a:tr>
              <a:tr h="120236">
                <a:tc>
                  <a:txBody>
                    <a:bodyPr/>
                    <a:lstStyle/>
                    <a:p>
                      <a:pPr>
                        <a:buNone/>
                      </a:pPr>
                      <a:r>
                        <a:rPr lang="es-ES" sz="900">
                          <a:effectLst/>
                        </a:rPr>
                        <a:t>17:05</a:t>
                      </a:r>
                    </a:p>
                  </a:txBody>
                  <a:tcPr marL="16602" marR="16602" marT="8301" marB="8301" anchor="ctr">
                    <a:solidFill>
                      <a:schemeClr val="accent2">
                        <a:lumMod val="20000"/>
                        <a:lumOff val="80000"/>
                      </a:schemeClr>
                    </a:solidFill>
                  </a:tcPr>
                </a:tc>
                <a:tc>
                  <a:txBody>
                    <a:bodyPr/>
                    <a:lstStyle/>
                    <a:p>
                      <a:pPr>
                        <a:buNone/>
                      </a:pPr>
                      <a:r>
                        <a:rPr lang="es-ES" sz="1000">
                          <a:effectLst/>
                        </a:rPr>
                        <a:t>Se restablece tráfico. Detectan </a:t>
                      </a:r>
                      <a:r>
                        <a:rPr lang="es-ES" sz="1000" err="1">
                          <a:effectLst/>
                        </a:rPr>
                        <a:t>standby</a:t>
                      </a:r>
                      <a:r>
                        <a:rPr lang="es-ES" sz="1000">
                          <a:effectLst/>
                        </a:rPr>
                        <a:t> tras caída ICX contra Genesys. Se fuerza desde Genesys.</a:t>
                      </a:r>
                    </a:p>
                  </a:txBody>
                  <a:tcPr marL="16602" marR="16602" marT="8301" marB="8301" anchor="ctr"/>
                </a:tc>
                <a:extLst>
                  <a:ext uri="{0D108BD9-81ED-4DB2-BD59-A6C34878D82A}">
                    <a16:rowId xmlns:a16="http://schemas.microsoft.com/office/drawing/2014/main" val="676030617"/>
                  </a:ext>
                </a:extLst>
              </a:tr>
            </a:tbl>
          </a:graphicData>
        </a:graphic>
      </p:graphicFrame>
    </p:spTree>
    <p:extLst>
      <p:ext uri="{BB962C8B-B14F-4D97-AF65-F5344CB8AC3E}">
        <p14:creationId xmlns:p14="http://schemas.microsoft.com/office/powerpoint/2010/main" val="293318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EE288-1BFD-4969-AC8B-DDD985472F98}"/>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1213A8A0-A604-F123-6C56-1D5322DAE9E8}"/>
              </a:ext>
            </a:extLst>
          </p:cNvPr>
          <p:cNvSpPr>
            <a:spLocks noGrp="1"/>
          </p:cNvSpPr>
          <p:nvPr>
            <p:ph type="title"/>
          </p:nvPr>
        </p:nvSpPr>
        <p:spPr>
          <a:xfrm>
            <a:off x="281728" y="56774"/>
            <a:ext cx="8590103" cy="339200"/>
          </a:xfrm>
          <a:solidFill>
            <a:schemeClr val="accent2"/>
          </a:solidFill>
        </p:spPr>
        <p:txBody>
          <a:bodyPr anchor="ctr">
            <a:noAutofit/>
          </a:bodyPr>
          <a:lstStyle/>
          <a:p>
            <a:pPr marL="54000"/>
            <a:r>
              <a:rPr lang="es-ES" sz="1200" b="1">
                <a:solidFill>
                  <a:schemeClr val="bg1"/>
                </a:solidFill>
                <a:latin typeface="+mn-lt"/>
                <a:ea typeface="Calibri" panose="020F0502020204030204" pitchFamily="34" charset="0"/>
                <a:cs typeface="Calibri" panose="020F0502020204030204" pitchFamily="34" charset="0"/>
              </a:rPr>
              <a:t>RESUMEN EJECUTIVO INCIDENCIA- TT 2606S77393 - Problema de llamadas </a:t>
            </a:r>
            <a:r>
              <a:rPr lang="es-ES" sz="1200" b="1" err="1">
                <a:solidFill>
                  <a:schemeClr val="bg1"/>
                </a:solidFill>
                <a:latin typeface="+mn-lt"/>
                <a:ea typeface="Calibri" panose="020F0502020204030204" pitchFamily="34" charset="0"/>
                <a:cs typeface="Calibri" panose="020F0502020204030204" pitchFamily="34" charset="0"/>
              </a:rPr>
              <a:t>numeros</a:t>
            </a:r>
            <a:r>
              <a:rPr lang="es-ES" sz="1200" b="1">
                <a:solidFill>
                  <a:schemeClr val="bg1"/>
                </a:solidFill>
                <a:latin typeface="+mn-lt"/>
                <a:ea typeface="Calibri" panose="020F0502020204030204" pitchFamily="34" charset="0"/>
                <a:cs typeface="Calibri" panose="020F0502020204030204" pitchFamily="34" charset="0"/>
              </a:rPr>
              <a:t> </a:t>
            </a:r>
            <a:r>
              <a:rPr lang="es-ES" sz="1200" b="1" err="1">
                <a:solidFill>
                  <a:schemeClr val="bg1"/>
                </a:solidFill>
                <a:latin typeface="+mn-lt"/>
                <a:ea typeface="Calibri" panose="020F0502020204030204" pitchFamily="34" charset="0"/>
                <a:cs typeface="Calibri" panose="020F0502020204030204" pitchFamily="34" charset="0"/>
              </a:rPr>
              <a:t>IVRs</a:t>
            </a:r>
            <a:r>
              <a:rPr lang="es-ES" sz="1200" b="1">
                <a:solidFill>
                  <a:schemeClr val="bg1"/>
                </a:solidFill>
                <a:latin typeface="+mn-lt"/>
                <a:ea typeface="Calibri" panose="020F0502020204030204" pitchFamily="34" charset="0"/>
                <a:cs typeface="Calibri" panose="020F0502020204030204" pitchFamily="34" charset="0"/>
              </a:rPr>
              <a:t> de ATC </a:t>
            </a:r>
            <a:r>
              <a:rPr lang="es-ES" sz="1200" b="1" err="1">
                <a:solidFill>
                  <a:schemeClr val="bg1"/>
                </a:solidFill>
                <a:latin typeface="+mn-lt"/>
                <a:ea typeface="Calibri" panose="020F0502020204030204" pitchFamily="34" charset="0"/>
                <a:cs typeface="Calibri" panose="020F0502020204030204" pitchFamily="34" charset="0"/>
              </a:rPr>
              <a:t>exMM</a:t>
            </a:r>
            <a:endParaRPr lang="es-ES" sz="1200" b="1">
              <a:solidFill>
                <a:schemeClr val="bg1"/>
              </a:solidFill>
              <a:latin typeface="+mn-lt"/>
              <a:cs typeface="Calibri" panose="020F0502020204030204" pitchFamily="34" charset="0"/>
            </a:endParaRPr>
          </a:p>
        </p:txBody>
      </p:sp>
      <p:graphicFrame>
        <p:nvGraphicFramePr>
          <p:cNvPr id="2" name="Tabla 1">
            <a:extLst>
              <a:ext uri="{FF2B5EF4-FFF2-40B4-BE49-F238E27FC236}">
                <a16:creationId xmlns:a16="http://schemas.microsoft.com/office/drawing/2014/main" id="{F70DF1DC-07F7-6936-AF41-A0033617614A}"/>
              </a:ext>
            </a:extLst>
          </p:cNvPr>
          <p:cNvGraphicFramePr>
            <a:graphicFrameLocks noGrp="1"/>
          </p:cNvGraphicFramePr>
          <p:nvPr>
            <p:extLst>
              <p:ext uri="{D42A27DB-BD31-4B8C-83A1-F6EECF244321}">
                <p14:modId xmlns:p14="http://schemas.microsoft.com/office/powerpoint/2010/main" val="1602988494"/>
              </p:ext>
            </p:extLst>
          </p:nvPr>
        </p:nvGraphicFramePr>
        <p:xfrm>
          <a:off x="280800" y="608400"/>
          <a:ext cx="8590104" cy="3380040"/>
        </p:xfrm>
        <a:graphic>
          <a:graphicData uri="http://schemas.openxmlformats.org/drawingml/2006/table">
            <a:tbl>
              <a:tblPr>
                <a:tableStyleId>{5DA37D80-6434-44D0-A028-1B22A696006F}</a:tableStyleId>
              </a:tblPr>
              <a:tblGrid>
                <a:gridCol w="426431">
                  <a:extLst>
                    <a:ext uri="{9D8B030D-6E8A-4147-A177-3AD203B41FA5}">
                      <a16:colId xmlns:a16="http://schemas.microsoft.com/office/drawing/2014/main" val="3899649881"/>
                    </a:ext>
                  </a:extLst>
                </a:gridCol>
                <a:gridCol w="8163673">
                  <a:extLst>
                    <a:ext uri="{9D8B030D-6E8A-4147-A177-3AD203B41FA5}">
                      <a16:colId xmlns:a16="http://schemas.microsoft.com/office/drawing/2014/main" val="147257657"/>
                    </a:ext>
                  </a:extLst>
                </a:gridCol>
              </a:tblGrid>
              <a:tr h="107008">
                <a:tc>
                  <a:txBody>
                    <a:bodyPr/>
                    <a:lstStyle/>
                    <a:p>
                      <a:pPr marL="0" algn="l" defTabSz="685800" rtl="0" eaLnBrk="1" latinLnBrk="0" hangingPunct="1">
                        <a:buNone/>
                      </a:pPr>
                      <a:r>
                        <a:rPr lang="es-ES" sz="1000" kern="1200">
                          <a:solidFill>
                            <a:schemeClr val="tx1"/>
                          </a:solidFill>
                          <a:effectLst/>
                          <a:latin typeface="+mn-lt"/>
                          <a:ea typeface="+mn-ea"/>
                          <a:cs typeface="+mn-cs"/>
                        </a:rPr>
                        <a:t>Hora</a:t>
                      </a:r>
                    </a:p>
                  </a:txBody>
                  <a:tcPr marL="16602" marR="16602" marT="8301" marB="8301" anchor="ctr">
                    <a:solidFill>
                      <a:schemeClr val="bg1">
                        <a:lumMod val="85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Evento</a:t>
                      </a:r>
                    </a:p>
                  </a:txBody>
                  <a:tcPr marL="16602" marR="16602" marT="8301" marB="8301" anchor="ctr">
                    <a:solidFill>
                      <a:schemeClr val="bg1">
                        <a:lumMod val="85000"/>
                      </a:schemeClr>
                    </a:solidFill>
                  </a:tcPr>
                </a:tc>
                <a:extLst>
                  <a:ext uri="{0D108BD9-81ED-4DB2-BD59-A6C34878D82A}">
                    <a16:rowId xmlns:a16="http://schemas.microsoft.com/office/drawing/2014/main" val="1724897583"/>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17:08</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Intento de levantar agentes de Genesys sin éxito.</a:t>
                      </a:r>
                    </a:p>
                  </a:txBody>
                  <a:tcPr marL="16602" marR="16602" marT="8301" marB="8301" anchor="ctr"/>
                </a:tc>
                <a:extLst>
                  <a:ext uri="{0D108BD9-81ED-4DB2-BD59-A6C34878D82A}">
                    <a16:rowId xmlns:a16="http://schemas.microsoft.com/office/drawing/2014/main" val="2665450194"/>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17:10</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Se solicita incorporación de Genesys al bridge.</a:t>
                      </a:r>
                    </a:p>
                  </a:txBody>
                  <a:tcPr marL="16602" marR="16602" marT="8301" marB="8301" anchor="ctr"/>
                </a:tc>
                <a:extLst>
                  <a:ext uri="{0D108BD9-81ED-4DB2-BD59-A6C34878D82A}">
                    <a16:rowId xmlns:a16="http://schemas.microsoft.com/office/drawing/2014/main" val="320245872"/>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17:20</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Tras nueva conmutación, mismo comportamiento: llamadas no cursan. Se envían trazas a Genesys.</a:t>
                      </a:r>
                    </a:p>
                  </a:txBody>
                  <a:tcPr marL="16602" marR="16602" marT="8301" marB="8301" anchor="ctr"/>
                </a:tc>
                <a:extLst>
                  <a:ext uri="{0D108BD9-81ED-4DB2-BD59-A6C34878D82A}">
                    <a16:rowId xmlns:a16="http://schemas.microsoft.com/office/drawing/2014/main" val="1286901146"/>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17:22</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Todos los SBC (nodo 1, nodo 2 y Barcelona) presentan mismo problema.</a:t>
                      </a:r>
                    </a:p>
                  </a:txBody>
                  <a:tcPr marL="16602" marR="16602" marT="8301" marB="8301" anchor="ctr"/>
                </a:tc>
                <a:extLst>
                  <a:ext uri="{0D108BD9-81ED-4DB2-BD59-A6C34878D82A}">
                    <a16:rowId xmlns:a16="http://schemas.microsoft.com/office/drawing/2014/main" val="2040739346"/>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17:28</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ACD de Genesys no responde a mensajes SIP OPTIONS.</a:t>
                      </a:r>
                    </a:p>
                  </a:txBody>
                  <a:tcPr marL="16602" marR="16602" marT="8301" marB="8301" anchor="ctr"/>
                </a:tc>
                <a:extLst>
                  <a:ext uri="{0D108BD9-81ED-4DB2-BD59-A6C34878D82A}">
                    <a16:rowId xmlns:a16="http://schemas.microsoft.com/office/drawing/2014/main" val="3159190225"/>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17:34</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Balanceo a Barcelona sin éxito. Mensaje “no operativo”.</a:t>
                      </a:r>
                    </a:p>
                  </a:txBody>
                  <a:tcPr marL="16602" marR="16602" marT="8301" marB="8301" anchor="ctr"/>
                </a:tc>
                <a:extLst>
                  <a:ext uri="{0D108BD9-81ED-4DB2-BD59-A6C34878D82A}">
                    <a16:rowId xmlns:a16="http://schemas.microsoft.com/office/drawing/2014/main" val="1224619309"/>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17:36</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Genesys se une al bridge.</a:t>
                      </a:r>
                    </a:p>
                  </a:txBody>
                  <a:tcPr marL="16602" marR="16602" marT="8301" marB="8301" anchor="ctr"/>
                </a:tc>
                <a:extLst>
                  <a:ext uri="{0D108BD9-81ED-4DB2-BD59-A6C34878D82A}">
                    <a16:rowId xmlns:a16="http://schemas.microsoft.com/office/drawing/2014/main" val="3448718722"/>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17:46</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Genesys indica que no visualiza </a:t>
                      </a:r>
                      <a:r>
                        <a:rPr lang="es-ES" sz="1000" kern="1200" err="1">
                          <a:solidFill>
                            <a:schemeClr val="tx1"/>
                          </a:solidFill>
                          <a:effectLst/>
                          <a:latin typeface="+mn-lt"/>
                          <a:ea typeface="+mn-ea"/>
                          <a:cs typeface="+mn-cs"/>
                        </a:rPr>
                        <a:t>IDs</a:t>
                      </a:r>
                      <a:r>
                        <a:rPr lang="es-ES" sz="1000" kern="1200">
                          <a:solidFill>
                            <a:schemeClr val="tx1"/>
                          </a:solidFill>
                          <a:effectLst/>
                          <a:latin typeface="+mn-lt"/>
                          <a:ea typeface="+mn-ea"/>
                          <a:cs typeface="+mn-cs"/>
                        </a:rPr>
                        <a:t> de llamadas.</a:t>
                      </a:r>
                    </a:p>
                  </a:txBody>
                  <a:tcPr marL="16602" marR="16602" marT="8301" marB="8301" anchor="ctr"/>
                </a:tc>
                <a:extLst>
                  <a:ext uri="{0D108BD9-81ED-4DB2-BD59-A6C34878D82A}">
                    <a16:rowId xmlns:a16="http://schemas.microsoft.com/office/drawing/2014/main" val="1698660812"/>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17:59</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Envío SMS UPDATE1: problema en IVR, </a:t>
                      </a:r>
                      <a:r>
                        <a:rPr lang="es-ES" sz="1000" kern="1200" err="1">
                          <a:solidFill>
                            <a:schemeClr val="tx1"/>
                          </a:solidFill>
                          <a:effectLst/>
                          <a:latin typeface="+mn-lt"/>
                          <a:ea typeface="+mn-ea"/>
                          <a:cs typeface="+mn-cs"/>
                        </a:rPr>
                        <a:t>SBCs</a:t>
                      </a:r>
                      <a:r>
                        <a:rPr lang="es-ES" sz="1000" kern="1200">
                          <a:solidFill>
                            <a:schemeClr val="tx1"/>
                          </a:solidFill>
                          <a:effectLst/>
                          <a:latin typeface="+mn-lt"/>
                          <a:ea typeface="+mn-ea"/>
                          <a:cs typeface="+mn-cs"/>
                        </a:rPr>
                        <a:t> no responden; revisión conjunta red + Genesys.</a:t>
                      </a:r>
                    </a:p>
                  </a:txBody>
                  <a:tcPr marL="16602" marR="16602" marT="8301" marB="8301" anchor="ctr"/>
                </a:tc>
                <a:extLst>
                  <a:ext uri="{0D108BD9-81ED-4DB2-BD59-A6C34878D82A}">
                    <a16:rowId xmlns:a16="http://schemas.microsoft.com/office/drawing/2014/main" val="872139599"/>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18:04</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BO IP revisa rutas; </a:t>
                      </a:r>
                      <a:r>
                        <a:rPr lang="es-ES" sz="1000" kern="1200" err="1">
                          <a:solidFill>
                            <a:schemeClr val="tx1"/>
                          </a:solidFill>
                          <a:effectLst/>
                          <a:latin typeface="+mn-lt"/>
                          <a:ea typeface="+mn-ea"/>
                          <a:cs typeface="+mn-cs"/>
                        </a:rPr>
                        <a:t>Italtel</a:t>
                      </a:r>
                      <a:r>
                        <a:rPr lang="es-ES" sz="1000" kern="1200">
                          <a:solidFill>
                            <a:schemeClr val="tx1"/>
                          </a:solidFill>
                          <a:effectLst/>
                          <a:latin typeface="+mn-lt"/>
                          <a:ea typeface="+mn-ea"/>
                          <a:cs typeface="+mn-cs"/>
                        </a:rPr>
                        <a:t> y Genesys analizan errores. Se identifica límite de prefijos AWS (15K).</a:t>
                      </a:r>
                    </a:p>
                  </a:txBody>
                  <a:tcPr marL="16602" marR="16602" marT="8301" marB="8301" anchor="ctr"/>
                </a:tc>
                <a:extLst>
                  <a:ext uri="{0D108BD9-81ED-4DB2-BD59-A6C34878D82A}">
                    <a16:rowId xmlns:a16="http://schemas.microsoft.com/office/drawing/2014/main" val="3548382650"/>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18:05</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Se observa </a:t>
                      </a:r>
                      <a:r>
                        <a:rPr lang="es-ES" sz="1000" kern="1200" err="1">
                          <a:solidFill>
                            <a:schemeClr val="tx1"/>
                          </a:solidFill>
                          <a:effectLst/>
                          <a:latin typeface="+mn-lt"/>
                          <a:ea typeface="+mn-ea"/>
                          <a:cs typeface="+mn-cs"/>
                        </a:rPr>
                        <a:t>flapeo</a:t>
                      </a:r>
                      <a:r>
                        <a:rPr lang="es-ES" sz="1000" kern="1200">
                          <a:solidFill>
                            <a:schemeClr val="tx1"/>
                          </a:solidFill>
                          <a:effectLst/>
                          <a:latin typeface="+mn-lt"/>
                          <a:ea typeface="+mn-ea"/>
                          <a:cs typeface="+mn-cs"/>
                        </a:rPr>
                        <a:t> entre switch </a:t>
                      </a:r>
                      <a:r>
                        <a:rPr lang="es-ES" sz="1000" kern="1200" err="1">
                          <a:solidFill>
                            <a:schemeClr val="tx1"/>
                          </a:solidFill>
                          <a:effectLst/>
                          <a:latin typeface="+mn-lt"/>
                          <a:ea typeface="+mn-ea"/>
                          <a:cs typeface="+mn-cs"/>
                        </a:rPr>
                        <a:t>Italtel</a:t>
                      </a:r>
                      <a:r>
                        <a:rPr lang="es-ES" sz="1000" kern="1200">
                          <a:solidFill>
                            <a:schemeClr val="tx1"/>
                          </a:solidFill>
                          <a:effectLst/>
                          <a:latin typeface="+mn-lt"/>
                          <a:ea typeface="+mn-ea"/>
                          <a:cs typeface="+mn-cs"/>
                        </a:rPr>
                        <a:t> y Genesys (asociado a conmutaciones).</a:t>
                      </a:r>
                    </a:p>
                  </a:txBody>
                  <a:tcPr marL="16602" marR="16602" marT="8301" marB="8301" anchor="ctr"/>
                </a:tc>
                <a:extLst>
                  <a:ext uri="{0D108BD9-81ED-4DB2-BD59-A6C34878D82A}">
                    <a16:rowId xmlns:a16="http://schemas.microsoft.com/office/drawing/2014/main" val="1602899877"/>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18:06</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Se amplía límite de prefijos de 15K a 30K.</a:t>
                      </a:r>
                    </a:p>
                  </a:txBody>
                  <a:tcPr marL="16602" marR="16602" marT="8301" marB="8301" anchor="ctr"/>
                </a:tc>
                <a:extLst>
                  <a:ext uri="{0D108BD9-81ED-4DB2-BD59-A6C34878D82A}">
                    <a16:rowId xmlns:a16="http://schemas.microsoft.com/office/drawing/2014/main" val="644710734"/>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18:11</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Prueba de llamada OK (IM </a:t>
                      </a:r>
                      <a:r>
                        <a:rPr lang="es-ES" sz="1000" kern="1200" err="1">
                          <a:solidFill>
                            <a:schemeClr val="tx1"/>
                          </a:solidFill>
                          <a:effectLst/>
                          <a:latin typeface="+mn-lt"/>
                          <a:ea typeface="+mn-ea"/>
                          <a:cs typeface="+mn-cs"/>
                        </a:rPr>
                        <a:t>Kyndryl</a:t>
                      </a:r>
                      <a:r>
                        <a:rPr lang="es-ES" sz="1000" kern="1200">
                          <a:solidFill>
                            <a:schemeClr val="tx1"/>
                          </a:solidFill>
                          <a:effectLst/>
                          <a:latin typeface="+mn-lt"/>
                          <a:ea typeface="+mn-ea"/>
                          <a:cs typeface="+mn-cs"/>
                        </a:rPr>
                        <a:t>).</a:t>
                      </a:r>
                    </a:p>
                  </a:txBody>
                  <a:tcPr marL="16602" marR="16602" marT="8301" marB="8301" anchor="ctr"/>
                </a:tc>
                <a:extLst>
                  <a:ext uri="{0D108BD9-81ED-4DB2-BD59-A6C34878D82A}">
                    <a16:rowId xmlns:a16="http://schemas.microsoft.com/office/drawing/2014/main" val="3779790356"/>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18:14</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Confirmación: límite BGP estaba bloqueando tráfico. Servicio recuperándose.</a:t>
                      </a:r>
                    </a:p>
                  </a:txBody>
                  <a:tcPr marL="16602" marR="16602" marT="8301" marB="8301" anchor="ctr"/>
                </a:tc>
                <a:extLst>
                  <a:ext uri="{0D108BD9-81ED-4DB2-BD59-A6C34878D82A}">
                    <a16:rowId xmlns:a16="http://schemas.microsoft.com/office/drawing/2014/main" val="1900394064"/>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18:16</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Confirmación con agencias: llamadas estables.</a:t>
                      </a:r>
                    </a:p>
                  </a:txBody>
                  <a:tcPr marL="16602" marR="16602" marT="8301" marB="8301" anchor="ctr"/>
                </a:tc>
                <a:extLst>
                  <a:ext uri="{0D108BD9-81ED-4DB2-BD59-A6C34878D82A}">
                    <a16:rowId xmlns:a16="http://schemas.microsoft.com/office/drawing/2014/main" val="1723242272"/>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18:22</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Identificado problema estructural: AWS no filtra prefijos → saturación BGP. Acción: filtrar en LER.</a:t>
                      </a:r>
                    </a:p>
                  </a:txBody>
                  <a:tcPr marL="16602" marR="16602" marT="8301" marB="8301" anchor="ctr"/>
                </a:tc>
                <a:extLst>
                  <a:ext uri="{0D108BD9-81ED-4DB2-BD59-A6C34878D82A}">
                    <a16:rowId xmlns:a16="http://schemas.microsoft.com/office/drawing/2014/main" val="2319808085"/>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18:31</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Envío SMS UPDATE2: ampliación de prefijos y servicio estable.</a:t>
                      </a:r>
                    </a:p>
                  </a:txBody>
                  <a:tcPr marL="16602" marR="16602" marT="8301" marB="8301" anchor="ctr"/>
                </a:tc>
                <a:extLst>
                  <a:ext uri="{0D108BD9-81ED-4DB2-BD59-A6C34878D82A}">
                    <a16:rowId xmlns:a16="http://schemas.microsoft.com/office/drawing/2014/main" val="314081526"/>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18:40</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Se agenda reunión de revisión. Cierre de bridge.</a:t>
                      </a:r>
                    </a:p>
                  </a:txBody>
                  <a:tcPr marL="16602" marR="16602" marT="8301" marB="8301" anchor="ctr"/>
                </a:tc>
                <a:extLst>
                  <a:ext uri="{0D108BD9-81ED-4DB2-BD59-A6C34878D82A}">
                    <a16:rowId xmlns:a16="http://schemas.microsoft.com/office/drawing/2014/main" val="1605012366"/>
                  </a:ext>
                </a:extLst>
              </a:tr>
              <a:tr h="120236">
                <a:tc>
                  <a:txBody>
                    <a:bodyPr/>
                    <a:lstStyle/>
                    <a:p>
                      <a:pPr marL="0" algn="l" defTabSz="685800" rtl="0" eaLnBrk="1" latinLnBrk="0" hangingPunct="1">
                        <a:buNone/>
                      </a:pPr>
                      <a:r>
                        <a:rPr lang="es-ES" sz="1000" kern="1200">
                          <a:solidFill>
                            <a:schemeClr val="tx1"/>
                          </a:solidFill>
                          <a:effectLst/>
                          <a:latin typeface="+mn-lt"/>
                          <a:ea typeface="+mn-ea"/>
                          <a:cs typeface="+mn-cs"/>
                        </a:rPr>
                        <a:t>21:49</a:t>
                      </a:r>
                    </a:p>
                  </a:txBody>
                  <a:tcPr marL="16602" marR="16602" marT="8301" marB="8301" anchor="ctr">
                    <a:solidFill>
                      <a:schemeClr val="accent2">
                        <a:lumMod val="20000"/>
                        <a:lumOff val="80000"/>
                      </a:schemeClr>
                    </a:solidFill>
                  </a:tcPr>
                </a:tc>
                <a:tc>
                  <a:txBody>
                    <a:bodyPr/>
                    <a:lstStyle/>
                    <a:p>
                      <a:pPr marL="0" algn="l" defTabSz="685800" rtl="0" eaLnBrk="1" latinLnBrk="0" hangingPunct="1">
                        <a:buNone/>
                      </a:pPr>
                      <a:r>
                        <a:rPr lang="es-ES" sz="1000" kern="1200">
                          <a:solidFill>
                            <a:schemeClr val="tx1"/>
                          </a:solidFill>
                          <a:effectLst/>
                          <a:latin typeface="+mn-lt"/>
                          <a:ea typeface="+mn-ea"/>
                          <a:cs typeface="+mn-cs"/>
                        </a:rPr>
                        <a:t>SMS FINAL: servicio estable, incidencia resuelta.</a:t>
                      </a:r>
                    </a:p>
                  </a:txBody>
                  <a:tcPr marL="16602" marR="16602" marT="8301" marB="8301" anchor="ctr"/>
                </a:tc>
                <a:extLst>
                  <a:ext uri="{0D108BD9-81ED-4DB2-BD59-A6C34878D82A}">
                    <a16:rowId xmlns:a16="http://schemas.microsoft.com/office/drawing/2014/main" val="4033249470"/>
                  </a:ext>
                </a:extLst>
              </a:tr>
            </a:tbl>
          </a:graphicData>
        </a:graphic>
      </p:graphicFrame>
    </p:spTree>
    <p:extLst>
      <p:ext uri="{BB962C8B-B14F-4D97-AF65-F5344CB8AC3E}">
        <p14:creationId xmlns:p14="http://schemas.microsoft.com/office/powerpoint/2010/main" val="16021074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3.xml><?xml version="1.0" encoding="utf-8"?>
<p:tagLst xmlns:a="http://schemas.openxmlformats.org/drawingml/2006/main" xmlns:r="http://schemas.openxmlformats.org/officeDocument/2006/relationships" xmlns:p="http://schemas.openxmlformats.org/presentationml/2006/main">
  <p:tag name="SHAPENAME" val="4. Footnote"/>
</p:tagLst>
</file>

<file path=ppt/tags/tag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xml><?xml version="1.0" encoding="utf-8"?>
<p:tagLst xmlns:a="http://schemas.openxmlformats.org/drawingml/2006/main" xmlns:r="http://schemas.openxmlformats.org/officeDocument/2006/relationships" xmlns:p="http://schemas.openxmlformats.org/presentationml/2006/main">
  <p:tag name="NAME" val="ACET"/>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ANGLE" val="5"/>
</p:tagLst>
</file>

<file path=ppt/tags/tag12.xml><?xml version="1.0" encoding="utf-8"?>
<p:tagLst xmlns:a="http://schemas.openxmlformats.org/drawingml/2006/main" xmlns:r="http://schemas.openxmlformats.org/officeDocument/2006/relationships" xmlns:p="http://schemas.openxmlformats.org/presentationml/2006/main">
  <p:tag name="ANGLE" val="5"/>
</p:tagLst>
</file>

<file path=ppt/tags/tag13.xml><?xml version="1.0" encoding="utf-8"?>
<p:tagLst xmlns:a="http://schemas.openxmlformats.org/drawingml/2006/main" xmlns:r="http://schemas.openxmlformats.org/officeDocument/2006/relationships" xmlns:p="http://schemas.openxmlformats.org/presentationml/2006/main">
  <p:tag name="ANGLE" val="4"/>
</p:tagLst>
</file>

<file path=ppt/tags/tag14.xml><?xml version="1.0" encoding="utf-8"?>
<p:tagLst xmlns:a="http://schemas.openxmlformats.org/drawingml/2006/main" xmlns:r="http://schemas.openxmlformats.org/officeDocument/2006/relationships" xmlns:p="http://schemas.openxmlformats.org/presentationml/2006/main">
  <p:tag name="ANGLE" val="4"/>
</p:tagLst>
</file>

<file path=ppt/tags/tag15.xml><?xml version="1.0" encoding="utf-8"?>
<p:tagLst xmlns:a="http://schemas.openxmlformats.org/drawingml/2006/main" xmlns:r="http://schemas.openxmlformats.org/officeDocument/2006/relationships" xmlns:p="http://schemas.openxmlformats.org/presentationml/2006/main">
  <p:tag name="ANGLE" val="3"/>
</p:tagLst>
</file>

<file path=ppt/tags/tag16.xml><?xml version="1.0" encoding="utf-8"?>
<p:tagLst xmlns:a="http://schemas.openxmlformats.org/drawingml/2006/main" xmlns:r="http://schemas.openxmlformats.org/officeDocument/2006/relationships" xmlns:p="http://schemas.openxmlformats.org/presentationml/2006/main">
  <p:tag name="ANGLE" val="3"/>
</p:tagLst>
</file>

<file path=ppt/tags/tag17.xml><?xml version="1.0" encoding="utf-8"?>
<p:tagLst xmlns:a="http://schemas.openxmlformats.org/drawingml/2006/main" xmlns:r="http://schemas.openxmlformats.org/officeDocument/2006/relationships" xmlns:p="http://schemas.openxmlformats.org/presentationml/2006/main">
  <p:tag name="ANGLE" val="2"/>
</p:tagLst>
</file>

<file path=ppt/tags/tag18.xml><?xml version="1.0" encoding="utf-8"?>
<p:tagLst xmlns:a="http://schemas.openxmlformats.org/drawingml/2006/main" xmlns:r="http://schemas.openxmlformats.org/officeDocument/2006/relationships" xmlns:p="http://schemas.openxmlformats.org/presentationml/2006/main">
  <p:tag name="ANGLE" val="2"/>
</p:tagLst>
</file>

<file path=ppt/tags/tag19.xml><?xml version="1.0" encoding="utf-8"?>
<p:tagLst xmlns:a="http://schemas.openxmlformats.org/drawingml/2006/main" xmlns:r="http://schemas.openxmlformats.org/officeDocument/2006/relationships" xmlns:p="http://schemas.openxmlformats.org/presentationml/2006/main">
  <p:tag name="ANGLE" val="1"/>
</p:tagLst>
</file>

<file path=ppt/tags/tag20.xml><?xml version="1.0" encoding="utf-8"?>
<p:tagLst xmlns:a="http://schemas.openxmlformats.org/drawingml/2006/main" xmlns:r="http://schemas.openxmlformats.org/officeDocument/2006/relationships" xmlns:p="http://schemas.openxmlformats.org/presentationml/2006/main">
  <p:tag name="ANGLE" val="1"/>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4.xml><?xml version="1.0" encoding="utf-8"?>
<p:tagLst xmlns:a="http://schemas.openxmlformats.org/drawingml/2006/main" xmlns:r="http://schemas.openxmlformats.org/officeDocument/2006/relationships" xmlns:p="http://schemas.openxmlformats.org/presentationml/2006/main">
  <p:tag name="SHAPENAME" val="Subtitle"/>
</p:tagLst>
</file>

<file path=ppt/tags/tag25.xml><?xml version="1.0" encoding="utf-8"?>
<p:tagLst xmlns:a="http://schemas.openxmlformats.org/drawingml/2006/main" xmlns:r="http://schemas.openxmlformats.org/officeDocument/2006/relationships" xmlns:p="http://schemas.openxmlformats.org/presentationml/2006/main">
  <p:tag name="SHAPENAME" val="Titl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3.xml><?xml version="1.0" encoding="utf-8"?>
<p:tagLst xmlns:a="http://schemas.openxmlformats.org/drawingml/2006/main" xmlns:r="http://schemas.openxmlformats.org/officeDocument/2006/relationships" xmlns:p="http://schemas.openxmlformats.org/presentationml/2006/main">
  <p:tag name="SHAPENAME" val="3. Subtitle"/>
</p:tagLst>
</file>

<file path=ppt/tags/tag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xml><?xml version="1.0" encoding="utf-8"?>
<p:tagLst xmlns:a="http://schemas.openxmlformats.org/drawingml/2006/main" xmlns:r="http://schemas.openxmlformats.org/officeDocument/2006/relationships" xmlns:p="http://schemas.openxmlformats.org/presentationml/2006/main">
  <p:tag name="SHAPENAME" val="5. Source"/>
</p:tagLst>
</file>

<file path=ppt/tags/tag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2.xml><?xml version="1.0" encoding="utf-8"?>
<p:tagLst xmlns:a="http://schemas.openxmlformats.org/drawingml/2006/main" xmlns:r="http://schemas.openxmlformats.org/officeDocument/2006/relationships" xmlns:p="http://schemas.openxmlformats.org/presentationml/2006/main">
  <p:tag name="SHAPENAME" val="5. Source"/>
</p:tagLst>
</file>

<file path=ppt/tags/tag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4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8.xml><?xml version="1.0" encoding="utf-8"?>
<p:tagLst xmlns:a="http://schemas.openxmlformats.org/drawingml/2006/main" xmlns:r="http://schemas.openxmlformats.org/officeDocument/2006/relationships" xmlns:p="http://schemas.openxmlformats.org/presentationml/2006/main">
  <p:tag name="SHAPENAME" val="3. Subtitle"/>
</p:tagLst>
</file>

<file path=ppt/tags/tag49.xml><?xml version="1.0" encoding="utf-8"?>
<p:tagLst xmlns:a="http://schemas.openxmlformats.org/drawingml/2006/main" xmlns:r="http://schemas.openxmlformats.org/officeDocument/2006/relationships" xmlns:p="http://schemas.openxmlformats.org/presentationml/2006/main">
  <p:tag name="SHAPENAME" val="5. Source"/>
</p:tagLst>
</file>

<file path=ppt/tags/tag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5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5. Source"/>
</p:tagLst>
</file>

<file path=ppt/tags/tag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74.xml><?xml version="1.0" encoding="utf-8"?>
<p:tagLst xmlns:a="http://schemas.openxmlformats.org/drawingml/2006/main" xmlns:r="http://schemas.openxmlformats.org/officeDocument/2006/relationships" xmlns:p="http://schemas.openxmlformats.org/presentationml/2006/main">
  <p:tag name="SHAPENAME" val="5. Source"/>
</p:tagLst>
</file>

<file path=ppt/tags/tag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1.xml><?xml version="1.0" encoding="utf-8"?>
<p:tagLst xmlns:a="http://schemas.openxmlformats.org/drawingml/2006/main" xmlns:r="http://schemas.openxmlformats.org/officeDocument/2006/relationships" xmlns:p="http://schemas.openxmlformats.org/presentationml/2006/main">
  <p:tag name="SHAPENAME" val="3. Subtitle"/>
</p:tagLst>
</file>

<file path=ppt/tags/tag82.xml><?xml version="1.0" encoding="utf-8"?>
<p:tagLst xmlns:a="http://schemas.openxmlformats.org/drawingml/2006/main" xmlns:r="http://schemas.openxmlformats.org/officeDocument/2006/relationships" xmlns:p="http://schemas.openxmlformats.org/presentationml/2006/main">
  <p:tag name="SHAPENAME" val="5. Source"/>
</p:tagLst>
</file>

<file path=ppt/tags/tag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SHAPENAME" val="5. Sourc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SHAPENAME" val="5. Sourc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90.xml><?xml version="1.0" encoding="utf-8"?>
<p:tagLst xmlns:a="http://schemas.openxmlformats.org/drawingml/2006/main" xmlns:r="http://schemas.openxmlformats.org/officeDocument/2006/relationships" xmlns:p="http://schemas.openxmlformats.org/presentationml/2006/main">
  <p:tag name="SHAPENAME" val="4. Footnote"/>
</p:tagLst>
</file>

<file path=ppt/tags/tag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2.xml><?xml version="1.0" encoding="utf-8"?>
<p:tagLst xmlns:a="http://schemas.openxmlformats.org/drawingml/2006/main" xmlns:r="http://schemas.openxmlformats.org/officeDocument/2006/relationships" xmlns:p="http://schemas.openxmlformats.org/presentationml/2006/main">
  <p:tag name="NAME" val="ACET"/>
</p:tagLst>
</file>

<file path=ppt/tags/tag93.xml><?xml version="1.0" encoding="utf-8"?>
<p:tagLst xmlns:a="http://schemas.openxmlformats.org/drawingml/2006/main" xmlns:r="http://schemas.openxmlformats.org/officeDocument/2006/relationships" xmlns:p="http://schemas.openxmlformats.org/presentationml/2006/main">
  <p:tag name="NAME" val="Moon"/>
</p:tagLst>
</file>

<file path=ppt/tags/tag94.xml><?xml version="1.0" encoding="utf-8"?>
<p:tagLst xmlns:a="http://schemas.openxmlformats.org/drawingml/2006/main" xmlns:r="http://schemas.openxmlformats.org/officeDocument/2006/relationships" xmlns:p="http://schemas.openxmlformats.org/presentationml/2006/main">
  <p:tag name="NAME" val="Moon"/>
</p:tagLst>
</file>

<file path=ppt/tags/tag95.xml><?xml version="1.0" encoding="utf-8"?>
<p:tagLst xmlns:a="http://schemas.openxmlformats.org/drawingml/2006/main" xmlns:r="http://schemas.openxmlformats.org/officeDocument/2006/relationships" xmlns:p="http://schemas.openxmlformats.org/presentationml/2006/main">
  <p:tag name="NAME" val="Moon"/>
</p:tagLst>
</file>

<file path=ppt/tags/tag96.xml><?xml version="1.0" encoding="utf-8"?>
<p:tagLst xmlns:a="http://schemas.openxmlformats.org/drawingml/2006/main" xmlns:r="http://schemas.openxmlformats.org/officeDocument/2006/relationships" xmlns:p="http://schemas.openxmlformats.org/presentationml/2006/main">
  <p:tag name="NAME" val="Moon"/>
</p:tagLst>
</file>

<file path=ppt/tags/tag97.xml><?xml version="1.0" encoding="utf-8"?>
<p:tagLst xmlns:a="http://schemas.openxmlformats.org/drawingml/2006/main" xmlns:r="http://schemas.openxmlformats.org/officeDocument/2006/relationships" xmlns:p="http://schemas.openxmlformats.org/presentationml/2006/main">
  <p:tag name="NAME" val="Moon"/>
</p:tagLst>
</file>

<file path=ppt/tags/tag98.xml><?xml version="1.0" encoding="utf-8"?>
<p:tagLst xmlns:a="http://schemas.openxmlformats.org/drawingml/2006/main" xmlns:r="http://schemas.openxmlformats.org/officeDocument/2006/relationships" xmlns:p="http://schemas.openxmlformats.org/presentationml/2006/main">
  <p:tag name="ANGLE" val="5"/>
</p:tagLst>
</file>

<file path=ppt/tags/tag99.xml><?xml version="1.0" encoding="utf-8"?>
<p:tagLst xmlns:a="http://schemas.openxmlformats.org/drawingml/2006/main" xmlns:r="http://schemas.openxmlformats.org/officeDocument/2006/relationships" xmlns:p="http://schemas.openxmlformats.org/presentationml/2006/main">
  <p:tag name="ANGLE" val="5"/>
</p:tagLst>
</file>

<file path=ppt/tags/tag100.xml><?xml version="1.0" encoding="utf-8"?>
<p:tagLst xmlns:a="http://schemas.openxmlformats.org/drawingml/2006/main" xmlns:r="http://schemas.openxmlformats.org/officeDocument/2006/relationships" xmlns:p="http://schemas.openxmlformats.org/presentationml/2006/main">
  <p:tag name="ANGLE" val="4"/>
</p:tagLst>
</file>

<file path=ppt/tags/tag101.xml><?xml version="1.0" encoding="utf-8"?>
<p:tagLst xmlns:a="http://schemas.openxmlformats.org/drawingml/2006/main" xmlns:r="http://schemas.openxmlformats.org/officeDocument/2006/relationships" xmlns:p="http://schemas.openxmlformats.org/presentationml/2006/main">
  <p:tag name="ANGLE" val="4"/>
</p:tagLst>
</file>

<file path=ppt/tags/tag102.xml><?xml version="1.0" encoding="utf-8"?>
<p:tagLst xmlns:a="http://schemas.openxmlformats.org/drawingml/2006/main" xmlns:r="http://schemas.openxmlformats.org/officeDocument/2006/relationships" xmlns:p="http://schemas.openxmlformats.org/presentationml/2006/main">
  <p:tag name="ANGLE" val="3"/>
</p:tagLst>
</file>

<file path=ppt/tags/tag103.xml><?xml version="1.0" encoding="utf-8"?>
<p:tagLst xmlns:a="http://schemas.openxmlformats.org/drawingml/2006/main" xmlns:r="http://schemas.openxmlformats.org/officeDocument/2006/relationships" xmlns:p="http://schemas.openxmlformats.org/presentationml/2006/main">
  <p:tag name="ANGLE" val="3"/>
</p:tagLst>
</file>

<file path=ppt/tags/tag104.xml><?xml version="1.0" encoding="utf-8"?>
<p:tagLst xmlns:a="http://schemas.openxmlformats.org/drawingml/2006/main" xmlns:r="http://schemas.openxmlformats.org/officeDocument/2006/relationships" xmlns:p="http://schemas.openxmlformats.org/presentationml/2006/main">
  <p:tag name="ANGLE" val="2"/>
</p:tagLst>
</file>

<file path=ppt/tags/tag105.xml><?xml version="1.0" encoding="utf-8"?>
<p:tagLst xmlns:a="http://schemas.openxmlformats.org/drawingml/2006/main" xmlns:r="http://schemas.openxmlformats.org/officeDocument/2006/relationships" xmlns:p="http://schemas.openxmlformats.org/presentationml/2006/main">
  <p:tag name="ANGLE" val="2"/>
</p:tagLst>
</file>

<file path=ppt/tags/tag106.xml><?xml version="1.0" encoding="utf-8"?>
<p:tagLst xmlns:a="http://schemas.openxmlformats.org/drawingml/2006/main" xmlns:r="http://schemas.openxmlformats.org/officeDocument/2006/relationships" xmlns:p="http://schemas.openxmlformats.org/presentationml/2006/main">
  <p:tag name="ANGLE" val="1"/>
</p:tagLst>
</file>

<file path=ppt/tags/tag107.xml><?xml version="1.0" encoding="utf-8"?>
<p:tagLst xmlns:a="http://schemas.openxmlformats.org/drawingml/2006/main" xmlns:r="http://schemas.openxmlformats.org/officeDocument/2006/relationships" xmlns:p="http://schemas.openxmlformats.org/presentationml/2006/main">
  <p:tag name="ANGLE" val="1"/>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1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11.xml><?xml version="1.0" encoding="utf-8"?>
<p:tagLst xmlns:a="http://schemas.openxmlformats.org/drawingml/2006/main" xmlns:r="http://schemas.openxmlformats.org/officeDocument/2006/relationships" xmlns:p="http://schemas.openxmlformats.org/presentationml/2006/main">
  <p:tag name="SHAPENAME" val="Subtitle"/>
</p:tagLst>
</file>

<file path=ppt/tags/tag112.xml><?xml version="1.0" encoding="utf-8"?>
<p:tagLst xmlns:a="http://schemas.openxmlformats.org/drawingml/2006/main" xmlns:r="http://schemas.openxmlformats.org/officeDocument/2006/relationships" xmlns:p="http://schemas.openxmlformats.org/presentationml/2006/main">
  <p:tag name="SHAPENAME" val="Titl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11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16.xml><?xml version="1.0" encoding="utf-8"?>
<p:tagLst xmlns:a="http://schemas.openxmlformats.org/drawingml/2006/main" xmlns:r="http://schemas.openxmlformats.org/officeDocument/2006/relationships" xmlns:p="http://schemas.openxmlformats.org/presentationml/2006/main">
  <p:tag name="SHAPENAME" val="Subtitle"/>
</p:tagLst>
</file>

<file path=ppt/tags/tag117.xml><?xml version="1.0" encoding="utf-8"?>
<p:tagLst xmlns:a="http://schemas.openxmlformats.org/drawingml/2006/main" xmlns:r="http://schemas.openxmlformats.org/officeDocument/2006/relationships" xmlns:p="http://schemas.openxmlformats.org/presentationml/2006/main">
  <p:tag name="SHAPENAME" val="Titl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2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1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9.xml><?xml version="1.0" encoding="utf-8"?>
<p:tagLst xmlns:a="http://schemas.openxmlformats.org/drawingml/2006/main" xmlns:r="http://schemas.openxmlformats.org/officeDocument/2006/relationships" xmlns:p="http://schemas.openxmlformats.org/presentationml/2006/main">
  <p:tag name="SHAPENAME" val="5. Sourc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13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6.xml><?xml version="1.0" encoding="utf-8"?>
<p:tagLst xmlns:a="http://schemas.openxmlformats.org/drawingml/2006/main" xmlns:r="http://schemas.openxmlformats.org/officeDocument/2006/relationships" xmlns:p="http://schemas.openxmlformats.org/presentationml/2006/main">
  <p:tag name="SHAPENAME" val="5. Source"/>
</p:tagLst>
</file>

<file path=ppt/tags/tag1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1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4.xml><?xml version="1.0" encoding="utf-8"?>
<p:tagLst xmlns:a="http://schemas.openxmlformats.org/drawingml/2006/main" xmlns:r="http://schemas.openxmlformats.org/officeDocument/2006/relationships" xmlns:p="http://schemas.openxmlformats.org/presentationml/2006/main">
  <p:tag name="SHAPENAME" val="5. Source"/>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4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3.xml><?xml version="1.0" encoding="utf-8"?>
<p:tagLst xmlns:a="http://schemas.openxmlformats.org/drawingml/2006/main" xmlns:r="http://schemas.openxmlformats.org/officeDocument/2006/relationships" xmlns:p="http://schemas.openxmlformats.org/presentationml/2006/main">
  <p:tag name="SHAPENAME" val="5. Sourc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6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9.xml><?xml version="1.0" encoding="utf-8"?>
<p:tagLst xmlns:a="http://schemas.openxmlformats.org/drawingml/2006/main" xmlns:r="http://schemas.openxmlformats.org/officeDocument/2006/relationships" xmlns:p="http://schemas.openxmlformats.org/presentationml/2006/main">
  <p:tag name="SHAPENAME" val="5. Source"/>
</p:tagLst>
</file>

<file path=ppt/tags/tag1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SHAPENAME" val="5. Sourc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7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9.xml><?xml version="1.0" encoding="utf-8"?>
<p:tagLst xmlns:a="http://schemas.openxmlformats.org/drawingml/2006/main" xmlns:r="http://schemas.openxmlformats.org/officeDocument/2006/relationships" xmlns:p="http://schemas.openxmlformats.org/presentationml/2006/main">
  <p:tag name="SHAPENAME" val="5. Source"/>
</p:tagLst>
</file>

<file path=ppt/tags/tag1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Blanco">
  <a:themeElements>
    <a:clrScheme name="Personalizado 2">
      <a:dk1>
        <a:srgbClr val="000000"/>
      </a:dk1>
      <a:lt1>
        <a:srgbClr val="FFFFFF"/>
      </a:lt1>
      <a:dk2>
        <a:srgbClr val="FFFFFF"/>
      </a:dk2>
      <a:lt2>
        <a:srgbClr val="FFFFFF"/>
      </a:lt2>
      <a:accent1>
        <a:srgbClr val="FF7900"/>
      </a:accent1>
      <a:accent2>
        <a:srgbClr val="0F1820"/>
      </a:accent2>
      <a:accent3>
        <a:srgbClr val="FEC999"/>
      </a:accent3>
      <a:accent4>
        <a:srgbClr val="86868E"/>
      </a:accent4>
      <a:accent5>
        <a:srgbClr val="FFE000"/>
      </a:accent5>
      <a:accent6>
        <a:srgbClr val="DEDDE0"/>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FF7800"/>
        </a:accent1>
        <a:accent2>
          <a:srgbClr val="FFC999"/>
        </a:accent2>
        <a:accent3>
          <a:srgbClr val="0F1820"/>
        </a:accent3>
        <a:accent4>
          <a:srgbClr val="86868E"/>
        </a:accent4>
        <a:accent5>
          <a:srgbClr val="FFE000"/>
        </a:accent5>
        <a:accent6>
          <a:srgbClr val="DEDDE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240325_MASOrange plantilla" id="{F9A66422-A749-4C6B-9E04-332CA0F4DF53}" vid="{E8E85504-91B0-47BC-A9F3-FC4D5C54046E}"/>
    </a:ext>
  </a:extLst>
</a:theme>
</file>

<file path=ppt/theme/theme2.xml><?xml version="1.0" encoding="utf-8"?>
<a:theme xmlns:a="http://schemas.openxmlformats.org/drawingml/2006/main" name="1_Blanco">
  <a:themeElements>
    <a:clrScheme name="Personalizado 2">
      <a:dk1>
        <a:srgbClr val="000000"/>
      </a:dk1>
      <a:lt1>
        <a:srgbClr val="FFFFFF"/>
      </a:lt1>
      <a:dk2>
        <a:srgbClr val="FFFFFF"/>
      </a:dk2>
      <a:lt2>
        <a:srgbClr val="FFFFFF"/>
      </a:lt2>
      <a:accent1>
        <a:srgbClr val="FF7900"/>
      </a:accent1>
      <a:accent2>
        <a:srgbClr val="0F1820"/>
      </a:accent2>
      <a:accent3>
        <a:srgbClr val="FEC999"/>
      </a:accent3>
      <a:accent4>
        <a:srgbClr val="86868E"/>
      </a:accent4>
      <a:accent5>
        <a:srgbClr val="FFE000"/>
      </a:accent5>
      <a:accent6>
        <a:srgbClr val="DEDDE0"/>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FF7800"/>
        </a:accent1>
        <a:accent2>
          <a:srgbClr val="FFC999"/>
        </a:accent2>
        <a:accent3>
          <a:srgbClr val="0F1820"/>
        </a:accent3>
        <a:accent4>
          <a:srgbClr val="86868E"/>
        </a:accent4>
        <a:accent5>
          <a:srgbClr val="FFE000"/>
        </a:accent5>
        <a:accent6>
          <a:srgbClr val="DEDDE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Plantilla-PPT-corporativa_+O.pptx" id="{3D56232C-2145-45A2-8CCE-46B635FCC693}" vid="{AE346155-EB56-4ECD-9E9A-95C57D8D008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5716F401-6842-45FB-A44E-FB97184B49A7}" vid="{BA0C7991-EEDD-4C55-B0F8-D9C0999E7D64}"/>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64AB02C2B454A0408D7C6591488AC7E2" ma:contentTypeVersion="13" ma:contentTypeDescription="Crear nuevo documento." ma:contentTypeScope="" ma:versionID="5823f1c394943611bba2b5792e2075ca">
  <xsd:schema xmlns:xsd="http://www.w3.org/2001/XMLSchema" xmlns:xs="http://www.w3.org/2001/XMLSchema" xmlns:p="http://schemas.microsoft.com/office/2006/metadata/properties" xmlns:ns3="b0dc41a2-c61e-42af-b65b-f47401f91c48" targetNamespace="http://schemas.microsoft.com/office/2006/metadata/properties" ma:root="true" ma:fieldsID="dfe33f5afbbc2b1c5947337f3b436fde" ns3:_="">
    <xsd:import namespace="b0dc41a2-c61e-42af-b65b-f47401f91c48"/>
    <xsd:element name="properties">
      <xsd:complexType>
        <xsd:sequence>
          <xsd:element name="documentManagement">
            <xsd:complexType>
              <xsd:all>
                <xsd:element ref="ns3:MediaServiceDateTaken" minOccurs="0"/>
                <xsd:element ref="ns3:MigrationWizId" minOccurs="0"/>
                <xsd:element ref="ns3:MigrationWizIdPermissions" minOccurs="0"/>
                <xsd:element ref="ns3:MigrationWizIdVersio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dc41a2-c61e-42af-b65b-f47401f91c4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igrationWizId" ma:index="9" nillable="true" ma:displayName="MigrationWizId" ma:internalName="MigrationWizId">
      <xsd:simpleType>
        <xsd:restriction base="dms:Text"/>
      </xsd:simpleType>
    </xsd:element>
    <xsd:element name="MigrationWizIdPermissions" ma:index="10" nillable="true" ma:displayName="MigrationWizIdPermissions" ma:internalName="MigrationWizIdPermissions">
      <xsd:simpleType>
        <xsd:restriction base="dms:Text"/>
      </xsd:simpleType>
    </xsd:element>
    <xsd:element name="MigrationWizIdVersion" ma:index="11" nillable="true" ma:displayName="MigrationWizIdVersion" ma:internalName="MigrationWizIdVersion">
      <xsd:simpleType>
        <xsd:restriction base="dms:Text"/>
      </xsd:simpleType>
    </xsd:element>
    <xsd:element name="_activity" ma:index="12" nillable="true" ma:displayName="_activity" ma:hidden="true" ma:internalName="_activity" ma:readOnly="false">
      <xsd:simpleType>
        <xsd:restriction base="dms:Note"/>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igrationWizIdVersion xmlns="b0dc41a2-c61e-42af-b65b-f47401f91c48" xsi:nil="true"/>
    <MigrationWizId xmlns="b0dc41a2-c61e-42af-b65b-f47401f91c48" xsi:nil="true"/>
    <MigrationWizIdPermissions xmlns="b0dc41a2-c61e-42af-b65b-f47401f91c48" xsi:nil="true"/>
    <_activity xmlns="b0dc41a2-c61e-42af-b65b-f47401f91c48" xsi:nil="true"/>
  </documentManagement>
</p:properties>
</file>

<file path=customXml/itemProps1.xml><?xml version="1.0" encoding="utf-8"?>
<ds:datastoreItem xmlns:ds="http://schemas.openxmlformats.org/officeDocument/2006/customXml" ds:itemID="{2B05DAB7-CD8F-424D-99A7-C094617B6CFA}">
  <ds:schemaRefs>
    <ds:schemaRef ds:uri="http://schemas.microsoft.com/sharepoint/v3/contenttype/forms"/>
  </ds:schemaRefs>
</ds:datastoreItem>
</file>

<file path=customXml/itemProps2.xml><?xml version="1.0" encoding="utf-8"?>
<ds:datastoreItem xmlns:ds="http://schemas.openxmlformats.org/officeDocument/2006/customXml" ds:itemID="{3396A471-0F19-4A82-88C3-1C9C491742A3}">
  <ds:schemaRefs>
    <ds:schemaRef ds:uri="b0dc41a2-c61e-42af-b65b-f47401f91c4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4BF2E9F-B41D-40A2-BF84-88FEC433F0AD}">
  <ds:schemaRefs>
    <ds:schemaRef ds:uri="b0dc41a2-c61e-42af-b65b-f47401f91c4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3b4c039f-23e2-40b6-aac0-78be1568b6cc}" enabled="1" method="Standard" siteId="{c10a36d8-2981-4b7b-9b89-2ef59365493a}" removed="0"/>
  <clbl:label id="{6c04a875-6eb2-484b-a14b-e2519851b720}" enabled="1" method="Standard" siteId="{14cb4ab4-62b8-45a2-a944-e225383ee1f9}" removed="0"/>
</clbl:labelList>
</file>

<file path=docProps/app.xml><?xml version="1.0" encoding="utf-8"?>
<Properties xmlns="http://schemas.openxmlformats.org/officeDocument/2006/extended-properties" xmlns:vt="http://schemas.openxmlformats.org/officeDocument/2006/docPropsVTypes">
  <Template>MASMOVIL_plantilla_powerpoint</Template>
  <Application>Microsoft Office PowerPoint</Application>
  <PresentationFormat>On-screen Show (16:9)</PresentationFormat>
  <Slides>3</Slides>
  <Notes>3</Notes>
  <HiddenSlides>0</HiddenSlide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Blanco</vt:lpstr>
      <vt:lpstr>1_Blanco</vt:lpstr>
      <vt:lpstr>Tema de Office</vt:lpstr>
      <vt:lpstr>RESUMEN EJECUTIVO INCIDENCIA- TT 2606S77393 - Problema de llamadas numeros IVRs de ATC exMM</vt:lpstr>
      <vt:lpstr>RESUMEN EJECUTIVO INCIDENCIA- TT 2606S77393 - Problema de llamadas numeros IVRs de ATC exMM</vt:lpstr>
      <vt:lpstr>RESUMEN EJECUTIVO INCIDENCIA- TT 2606S77393 - Problema de llamadas numeros IVRs de ATC exMM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Marta Escalera Gonzalez</dc:creator>
  <cp:revision>2</cp:revision>
  <cp:lastPrinted>2024-04-17T08:57:55Z</cp:lastPrinted>
  <dcterms:created xsi:type="dcterms:W3CDTF">2021-04-07T16:35:31Z</dcterms:created>
  <dcterms:modified xsi:type="dcterms:W3CDTF">2026-10-06T14:49:07Z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2022-06-15T07:06:16Z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663463d3-737b-4b30-88c2-237243d0227b</vt:lpwstr>
  </property>
  <property fmtid="{D5CDD505-2E9C-101B-9397-08002B2CF9AE}" pid="8" name="MSIP_Label_e463cba9-5f6c-478d-9329-7b2295e4e8ed_ContentBits">
    <vt:lpwstr>0</vt:lpwstr>
  </property>
  <property fmtid="{D5CDD505-2E9C-101B-9397-08002B2CF9AE}" pid="9" name="MSIP_Label_6c04a875-6eb2-484b-a14b-e2519851b720_Enabled">
    <vt:lpwstr>true</vt:lpwstr>
  </property>
  <property fmtid="{D5CDD505-2E9C-101B-9397-08002B2CF9AE}" pid="10" name="MSIP_Label_6c04a875-6eb2-484b-a14b-e2519851b720_SetDate">
    <vt:lpwstr>2023-06-14T11:47:36Z</vt:lpwstr>
  </property>
  <property fmtid="{D5CDD505-2E9C-101B-9397-08002B2CF9AE}" pid="11" name="MSIP_Label_6c04a875-6eb2-484b-a14b-e2519851b720_Method">
    <vt:lpwstr>Standard</vt:lpwstr>
  </property>
  <property fmtid="{D5CDD505-2E9C-101B-9397-08002B2CF9AE}" pid="12" name="MSIP_Label_6c04a875-6eb2-484b-a14b-e2519851b720_Name">
    <vt:lpwstr>External</vt:lpwstr>
  </property>
  <property fmtid="{D5CDD505-2E9C-101B-9397-08002B2CF9AE}" pid="13" name="MSIP_Label_6c04a875-6eb2-484b-a14b-e2519851b720_SiteId">
    <vt:lpwstr>14cb4ab4-62b8-45a2-a944-e225383ee1f9</vt:lpwstr>
  </property>
  <property fmtid="{D5CDD505-2E9C-101B-9397-08002B2CF9AE}" pid="14" name="MSIP_Label_6c04a875-6eb2-484b-a14b-e2519851b720_ActionId">
    <vt:lpwstr>b4ae80af-ace8-4d89-bc47-1e231b9b2984</vt:lpwstr>
  </property>
  <property fmtid="{D5CDD505-2E9C-101B-9397-08002B2CF9AE}" pid="15" name="MSIP_Label_6c04a875-6eb2-484b-a14b-e2519851b720_ContentBits">
    <vt:lpwstr>0</vt:lpwstr>
  </property>
  <property fmtid="{D5CDD505-2E9C-101B-9397-08002B2CF9AE}" pid="16" name="ContentTypeId">
    <vt:lpwstr>0x01010064AB02C2B454A0408D7C6591488AC7E2</vt:lpwstr>
  </property>
  <property fmtid="{D5CDD505-2E9C-101B-9397-08002B2CF9AE}" pid="17" name="MediaServiceImageTags">
    <vt:lpwstr/>
  </property>
</Properties>
</file>